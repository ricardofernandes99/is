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309" r:id="rId2"/>
    <p:sldId id="258" r:id="rId3"/>
    <p:sldId id="340" r:id="rId4"/>
    <p:sldId id="362" r:id="rId5"/>
    <p:sldId id="363" r:id="rId6"/>
    <p:sldId id="364" r:id="rId7"/>
    <p:sldId id="365" r:id="rId8"/>
    <p:sldId id="366" r:id="rId9"/>
    <p:sldId id="367" r:id="rId10"/>
    <p:sldId id="368" r:id="rId11"/>
    <p:sldId id="369" r:id="rId12"/>
    <p:sldId id="370" r:id="rId13"/>
    <p:sldId id="371" r:id="rId14"/>
    <p:sldId id="372" r:id="rId15"/>
    <p:sldId id="373" r:id="rId16"/>
    <p:sldId id="374" r:id="rId17"/>
    <p:sldId id="375" r:id="rId18"/>
    <p:sldId id="376" r:id="rId19"/>
    <p:sldId id="377" r:id="rId20"/>
    <p:sldId id="378" r:id="rId21"/>
    <p:sldId id="379" r:id="rId22"/>
    <p:sldId id="380" r:id="rId23"/>
    <p:sldId id="381" r:id="rId24"/>
    <p:sldId id="382" r:id="rId25"/>
    <p:sldId id="383" r:id="rId26"/>
    <p:sldId id="384" r:id="rId27"/>
    <p:sldId id="385" r:id="rId28"/>
    <p:sldId id="386" r:id="rId29"/>
    <p:sldId id="387" r:id="rId30"/>
    <p:sldId id="388" r:id="rId31"/>
    <p:sldId id="389" r:id="rId32"/>
    <p:sldId id="390" r:id="rId33"/>
    <p:sldId id="391" r:id="rId34"/>
    <p:sldId id="392" r:id="rId35"/>
    <p:sldId id="393" r:id="rId36"/>
    <p:sldId id="394" r:id="rId37"/>
    <p:sldId id="395" r:id="rId38"/>
    <p:sldId id="397" r:id="rId39"/>
    <p:sldId id="398" r:id="rId40"/>
    <p:sldId id="399" r:id="rId41"/>
    <p:sldId id="400" r:id="rId42"/>
    <p:sldId id="401" r:id="rId43"/>
    <p:sldId id="402" r:id="rId44"/>
    <p:sldId id="403" r:id="rId45"/>
    <p:sldId id="361" r:id="rId46"/>
    <p:sldId id="404" r:id="rId47"/>
    <p:sldId id="405" r:id="rId48"/>
    <p:sldId id="278" r:id="rId49"/>
    <p:sldId id="260" r:id="rId50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DCB0AA-A9E5-422B-A19E-195B566A7936}" v="90" dt="2025-09-30T17:55:57.8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83" autoAdjust="0"/>
    <p:restoredTop sz="89709" autoAdjust="0"/>
  </p:normalViewPr>
  <p:slideViewPr>
    <p:cSldViewPr>
      <p:cViewPr varScale="1">
        <p:scale>
          <a:sx n="99" d="100"/>
          <a:sy n="99" d="100"/>
        </p:scale>
        <p:origin x="1932" y="84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Fernandes" userId="cf37fd8b0d3c9e95" providerId="LiveId" clId="{A4F44D94-3E07-43B7-B685-2636B760A42E}"/>
    <pc:docChg chg="undo custSel addSld delSld modSld sldOrd">
      <pc:chgData name="Ricardo Fernandes" userId="cf37fd8b0d3c9e95" providerId="LiveId" clId="{A4F44D94-3E07-43B7-B685-2636B760A42E}" dt="2025-09-30T17:55:57.842" v="20500" actId="20577"/>
      <pc:docMkLst>
        <pc:docMk/>
      </pc:docMkLst>
      <pc:sldChg chg="modSp mod">
        <pc:chgData name="Ricardo Fernandes" userId="cf37fd8b0d3c9e95" providerId="LiveId" clId="{A4F44D94-3E07-43B7-B685-2636B760A42E}" dt="2025-09-30T17:52:18.942" v="20297" actId="20577"/>
        <pc:sldMkLst>
          <pc:docMk/>
          <pc:sldMk cId="0" sldId="258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0" sldId="258"/>
            <ac:spMk id="2" creationId="{50369DE4-0D6E-7A10-AF37-333F300DD770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0" sldId="258"/>
            <ac:spMk id="3" creationId="{850208AF-C5A5-C009-177D-8C27BB5DCC8B}"/>
          </ac:spMkLst>
        </pc:spChg>
        <pc:spChg chg="mod">
          <ac:chgData name="Ricardo Fernandes" userId="cf37fd8b0d3c9e95" providerId="LiveId" clId="{A4F44D94-3E07-43B7-B685-2636B760A42E}" dt="2025-09-30T17:52:18.942" v="20297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0" sldId="258"/>
            <ac:spMk id="9229" creationId="{00000000-0000-0000-0000-000000000000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0" sldId="258"/>
            <ac:spMk id="9237" creationId="{00000000-0000-0000-0000-000000000000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0" sldId="258"/>
            <ac:spMk id="10243" creationId="{00000000-0000-0000-0000-000000000000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0" sldId="258"/>
            <ac:spMk id="10244" creationId="{00000000-0000-0000-0000-000000000000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0" sldId="258"/>
            <ac:spMk id="10247" creationId="{00000000-0000-0000-0000-000000000000}"/>
          </ac:spMkLst>
        </pc:spChg>
      </pc:sldChg>
      <pc:sldChg chg="modSp mod">
        <pc:chgData name="Ricardo Fernandes" userId="cf37fd8b0d3c9e95" providerId="LiveId" clId="{A4F44D94-3E07-43B7-B685-2636B760A42E}" dt="2025-09-30T17:41:45.678" v="18961" actId="790"/>
        <pc:sldMkLst>
          <pc:docMk/>
          <pc:sldMk cId="947259978" sldId="260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947259978" sldId="260"/>
            <ac:spMk id="3" creationId="{00000000-0000-0000-0000-000000000000}"/>
          </ac:spMkLst>
        </pc:spChg>
      </pc:sldChg>
      <pc:sldChg chg="modSp mod">
        <pc:chgData name="Ricardo Fernandes" userId="cf37fd8b0d3c9e95" providerId="LiveId" clId="{A4F44D94-3E07-43B7-B685-2636B760A42E}" dt="2025-09-30T17:55:57.842" v="20500" actId="20577"/>
        <pc:sldMkLst>
          <pc:docMk/>
          <pc:sldMk cId="1590949457" sldId="278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590949457" sldId="278"/>
            <ac:spMk id="2" creationId="{1204D73C-759C-3E01-1E9B-19D68FC71E2A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590949457" sldId="278"/>
            <ac:spMk id="3" creationId="{66F8E842-06BB-5B20-ECE1-C729A90ED05D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590949457" sldId="278"/>
            <ac:spMk id="6" creationId="{00332AC9-73DA-F066-EC2F-BD34532F90F2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590949457" sldId="278"/>
            <ac:spMk id="7" creationId="{951004CF-EB19-4862-CF83-09DC3B61B6CB}"/>
          </ac:spMkLst>
        </pc:spChg>
        <pc:spChg chg="mod">
          <ac:chgData name="Ricardo Fernandes" userId="cf37fd8b0d3c9e95" providerId="LiveId" clId="{A4F44D94-3E07-43B7-B685-2636B760A42E}" dt="2025-09-30T17:55:57.842" v="20500" actId="20577"/>
          <ac:spMkLst>
            <pc:docMk/>
            <pc:sldMk cId="1590949457" sldId="278"/>
            <ac:spMk id="18" creationId="{00000000-0000-0000-0000-000000000000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590949457" sldId="278"/>
            <ac:spMk id="27" creationId="{8C1A7A11-171A-4B51-AF54-818C7D826E60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590949457" sldId="278"/>
            <ac:spMk id="9229" creationId="{00000000-0000-0000-0000-000000000000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590949457" sldId="278"/>
            <ac:spMk id="9237" creationId="{00000000-0000-0000-0000-000000000000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590949457" sldId="278"/>
            <ac:spMk id="10247" creationId="{00000000-0000-0000-0000-000000000000}"/>
          </ac:spMkLst>
        </pc:spChg>
      </pc:sldChg>
      <pc:sldChg chg="modSp mod">
        <pc:chgData name="Ricardo Fernandes" userId="cf37fd8b0d3c9e95" providerId="LiveId" clId="{A4F44D94-3E07-43B7-B685-2636B760A42E}" dt="2025-09-30T17:41:45.678" v="18961" actId="790"/>
        <pc:sldMkLst>
          <pc:docMk/>
          <pc:sldMk cId="962301567" sldId="309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962301567" sldId="309"/>
            <ac:spMk id="2" creationId="{00000000-0000-0000-0000-000000000000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962301567" sldId="309"/>
            <ac:spMk id="3" creationId="{00000000-0000-0000-0000-000000000000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962301567" sldId="309"/>
            <ac:spMk id="6" creationId="{00000000-0000-0000-0000-000000000000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962301567" sldId="309"/>
            <ac:spMk id="8" creationId="{6D890E14-880C-4963-9EA0-EE9200F689F8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962301567" sldId="309"/>
            <ac:spMk id="9" creationId="{802F2A86-A50E-0283-3B8A-EB9B059E210D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962301567" sldId="309"/>
            <ac:spMk id="10" creationId="{CDB7617E-BD9F-40A8-BCFA-781CEC4CEE46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962301567" sldId="309"/>
            <ac:spMk id="12" creationId="{3331B8A6-B954-F04D-0378-7F3DD744E30A}"/>
          </ac:spMkLst>
        </pc:spChg>
        <pc:picChg chg="mod">
          <ac:chgData name="Ricardo Fernandes" userId="cf37fd8b0d3c9e95" providerId="LiveId" clId="{A4F44D94-3E07-43B7-B685-2636B760A42E}" dt="2025-09-17T15:27:28.891" v="14" actId="14100"/>
          <ac:picMkLst>
            <pc:docMk/>
            <pc:sldMk cId="962301567" sldId="309"/>
            <ac:picMk id="5" creationId="{00000000-0000-0000-0000-000000000000}"/>
          </ac:picMkLst>
        </pc:picChg>
      </pc:sldChg>
      <pc:sldChg chg="del">
        <pc:chgData name="Ricardo Fernandes" userId="cf37fd8b0d3c9e95" providerId="LiveId" clId="{A4F44D94-3E07-43B7-B685-2636B760A42E}" dt="2025-09-18T15:55:23.953" v="3582" actId="47"/>
        <pc:sldMkLst>
          <pc:docMk/>
          <pc:sldMk cId="817666494" sldId="310"/>
        </pc:sldMkLst>
      </pc:sldChg>
      <pc:sldChg chg="del">
        <pc:chgData name="Ricardo Fernandes" userId="cf37fd8b0d3c9e95" providerId="LiveId" clId="{A4F44D94-3E07-43B7-B685-2636B760A42E}" dt="2025-09-18T15:03:58.888" v="239" actId="47"/>
        <pc:sldMkLst>
          <pc:docMk/>
          <pc:sldMk cId="3914919532" sldId="311"/>
        </pc:sldMkLst>
      </pc:sldChg>
      <pc:sldChg chg="new del">
        <pc:chgData name="Ricardo Fernandes" userId="cf37fd8b0d3c9e95" providerId="LiveId" clId="{A4F44D94-3E07-43B7-B685-2636B760A42E}" dt="2025-09-17T15:28:53.956" v="47" actId="680"/>
        <pc:sldMkLst>
          <pc:docMk/>
          <pc:sldMk cId="3153946998" sldId="312"/>
        </pc:sldMkLst>
      </pc:sldChg>
      <pc:sldChg chg="add del">
        <pc:chgData name="Ricardo Fernandes" userId="cf37fd8b0d3c9e95" providerId="LiveId" clId="{A4F44D94-3E07-43B7-B685-2636B760A42E}" dt="2025-09-18T15:00:08.787" v="237" actId="47"/>
        <pc:sldMkLst>
          <pc:docMk/>
          <pc:sldMk cId="3235385001" sldId="312"/>
        </pc:sldMkLst>
      </pc:sldChg>
      <pc:sldChg chg="addSp modSp add del mod">
        <pc:chgData name="Ricardo Fernandes" userId="cf37fd8b0d3c9e95" providerId="LiveId" clId="{A4F44D94-3E07-43B7-B685-2636B760A42E}" dt="2025-09-28T10:12:13.229" v="5031" actId="47"/>
        <pc:sldMkLst>
          <pc:docMk/>
          <pc:sldMk cId="3411905043" sldId="313"/>
        </pc:sldMkLst>
      </pc:sldChg>
      <pc:sldChg chg="addSp delSp modSp add del mod">
        <pc:chgData name="Ricardo Fernandes" userId="cf37fd8b0d3c9e95" providerId="LiveId" clId="{A4F44D94-3E07-43B7-B685-2636B760A42E}" dt="2025-09-28T10:12:13.994" v="5032" actId="47"/>
        <pc:sldMkLst>
          <pc:docMk/>
          <pc:sldMk cId="3349245279" sldId="314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57514067" sldId="315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1858489105" sldId="316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640416660" sldId="317"/>
        </pc:sldMkLst>
      </pc:sldChg>
      <pc:sldChg chg="add del">
        <pc:chgData name="Ricardo Fernandes" userId="cf37fd8b0d3c9e95" providerId="LiveId" clId="{A4F44D94-3E07-43B7-B685-2636B760A42E}" dt="2025-09-17T15:37:52.657" v="111" actId="47"/>
        <pc:sldMkLst>
          <pc:docMk/>
          <pc:sldMk cId="2097018383" sldId="318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4150697195" sldId="318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2056839426" sldId="319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3216424933" sldId="320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3367658502" sldId="321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2244410587" sldId="322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335110530" sldId="323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4134667817" sldId="324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4289371869" sldId="325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961665452" sldId="326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92428551" sldId="327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771507657" sldId="328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3762795952" sldId="329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3788581776" sldId="330"/>
        </pc:sldMkLst>
      </pc:sldChg>
      <pc:sldChg chg="addSp delSp modSp add del mod ord">
        <pc:chgData name="Ricardo Fernandes" userId="cf37fd8b0d3c9e95" providerId="LiveId" clId="{A4F44D94-3E07-43B7-B685-2636B760A42E}" dt="2025-09-28T10:12:20.807" v="5034" actId="47"/>
        <pc:sldMkLst>
          <pc:docMk/>
          <pc:sldMk cId="1467438607" sldId="331"/>
        </pc:sldMkLst>
      </pc:sldChg>
      <pc:sldChg chg="addSp delSp modSp add del mod ord">
        <pc:chgData name="Ricardo Fernandes" userId="cf37fd8b0d3c9e95" providerId="LiveId" clId="{A4F44D94-3E07-43B7-B685-2636B760A42E}" dt="2025-09-28T10:12:20.807" v="5034" actId="47"/>
        <pc:sldMkLst>
          <pc:docMk/>
          <pc:sldMk cId="2919819651" sldId="332"/>
        </pc:sldMkLst>
      </pc:sldChg>
      <pc:sldChg chg="addSp delSp modSp add del mod ord">
        <pc:chgData name="Ricardo Fernandes" userId="cf37fd8b0d3c9e95" providerId="LiveId" clId="{A4F44D94-3E07-43B7-B685-2636B760A42E}" dt="2025-09-28T10:12:20.807" v="5034" actId="47"/>
        <pc:sldMkLst>
          <pc:docMk/>
          <pc:sldMk cId="4095849931" sldId="333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1009392209" sldId="334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3543190568" sldId="335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3400824654" sldId="336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679284598" sldId="337"/>
        </pc:sldMkLst>
      </pc:sldChg>
      <pc:sldChg chg="addSp delSp modSp add del mod">
        <pc:chgData name="Ricardo Fernandes" userId="cf37fd8b0d3c9e95" providerId="LiveId" clId="{A4F44D94-3E07-43B7-B685-2636B760A42E}" dt="2025-09-28T10:12:14.676" v="5033" actId="47"/>
        <pc:sldMkLst>
          <pc:docMk/>
          <pc:sldMk cId="386374912" sldId="338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4070555994" sldId="339"/>
        </pc:sldMkLst>
      </pc:sldChg>
      <pc:sldChg chg="modSp add mod">
        <pc:chgData name="Ricardo Fernandes" userId="cf37fd8b0d3c9e95" providerId="LiveId" clId="{A4F44D94-3E07-43B7-B685-2636B760A42E}" dt="2025-09-30T17:41:45.678" v="18961" actId="790"/>
        <pc:sldMkLst>
          <pc:docMk/>
          <pc:sldMk cId="1421472424" sldId="340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421472424" sldId="340"/>
            <ac:spMk id="2" creationId="{FB6F85C6-1C87-5EB1-6E9E-76A47584EC1B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421472424" sldId="340"/>
            <ac:spMk id="3" creationId="{24D3C41C-CA47-34B3-2EE8-9BE44DD9CA57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421472424" sldId="340"/>
            <ac:spMk id="19" creationId="{3072EFB9-A7BA-FD67-E0B9-92326811007F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421472424" sldId="340"/>
            <ac:spMk id="9229" creationId="{BC99A672-75CB-3480-3D0B-751C42A12185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421472424" sldId="340"/>
            <ac:spMk id="9237" creationId="{C81234EF-9547-362F-1578-3693075CAC2E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421472424" sldId="340"/>
            <ac:spMk id="10243" creationId="{61645A60-6826-6830-9EAE-63CBB67DEB8A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421472424" sldId="340"/>
            <ac:spMk id="10244" creationId="{24F6C4EF-641D-E89D-BEEE-A62F4D43B214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421472424" sldId="340"/>
            <ac:spMk id="10247" creationId="{02D48B45-8225-0750-E41C-7AFC2F95BAA7}"/>
          </ac:spMkLst>
        </pc:spChg>
      </pc:sldChg>
      <pc:sldChg chg="addSp modSp add del mod">
        <pc:chgData name="Ricardo Fernandes" userId="cf37fd8b0d3c9e95" providerId="LiveId" clId="{A4F44D94-3E07-43B7-B685-2636B760A42E}" dt="2025-09-28T18:34:20.921" v="10164" actId="47"/>
        <pc:sldMkLst>
          <pc:docMk/>
          <pc:sldMk cId="61594316" sldId="341"/>
        </pc:sldMkLst>
      </pc:sldChg>
      <pc:sldChg chg="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670571274" sldId="341"/>
        </pc:sldMkLst>
      </pc:sldChg>
      <pc:sldChg chg="addSp delSp modSp add del mod">
        <pc:chgData name="Ricardo Fernandes" userId="cf37fd8b0d3c9e95" providerId="LiveId" clId="{A4F44D94-3E07-43B7-B685-2636B760A42E}" dt="2025-09-28T18:34:20.921" v="10164" actId="47"/>
        <pc:sldMkLst>
          <pc:docMk/>
          <pc:sldMk cId="3221653832" sldId="342"/>
        </pc:sldMkLst>
      </pc:sldChg>
      <pc:sldChg chg="addSp delSp modSp add del mod">
        <pc:chgData name="Ricardo Fernandes" userId="cf37fd8b0d3c9e95" providerId="LiveId" clId="{A4F44D94-3E07-43B7-B685-2636B760A42E}" dt="2025-09-28T18:34:20.921" v="10164" actId="47"/>
        <pc:sldMkLst>
          <pc:docMk/>
          <pc:sldMk cId="1983578950" sldId="343"/>
        </pc:sldMkLst>
      </pc:sldChg>
      <pc:sldChg chg="addSp delSp modSp add del mod">
        <pc:chgData name="Ricardo Fernandes" userId="cf37fd8b0d3c9e95" providerId="LiveId" clId="{A4F44D94-3E07-43B7-B685-2636B760A42E}" dt="2025-09-28T18:34:20.921" v="10164" actId="47"/>
        <pc:sldMkLst>
          <pc:docMk/>
          <pc:sldMk cId="247248250" sldId="344"/>
        </pc:sldMkLst>
      </pc:sldChg>
      <pc:sldChg chg="addSp delSp modSp add del mod">
        <pc:chgData name="Ricardo Fernandes" userId="cf37fd8b0d3c9e95" providerId="LiveId" clId="{A4F44D94-3E07-43B7-B685-2636B760A42E}" dt="2025-09-28T18:34:20.921" v="10164" actId="47"/>
        <pc:sldMkLst>
          <pc:docMk/>
          <pc:sldMk cId="113243498" sldId="345"/>
        </pc:sldMkLst>
      </pc:sldChg>
      <pc:sldChg chg="add del ord">
        <pc:chgData name="Ricardo Fernandes" userId="cf37fd8b0d3c9e95" providerId="LiveId" clId="{A4F44D94-3E07-43B7-B685-2636B760A42E}" dt="2025-09-28T18:34:20.921" v="10164" actId="47"/>
        <pc:sldMkLst>
          <pc:docMk/>
          <pc:sldMk cId="3626999948" sldId="346"/>
        </pc:sldMkLst>
      </pc:sldChg>
      <pc:sldChg chg="addSp delSp modSp add del mod">
        <pc:chgData name="Ricardo Fernandes" userId="cf37fd8b0d3c9e95" providerId="LiveId" clId="{A4F44D94-3E07-43B7-B685-2636B760A42E}" dt="2025-09-28T18:34:20.921" v="10164" actId="47"/>
        <pc:sldMkLst>
          <pc:docMk/>
          <pc:sldMk cId="984214227" sldId="347"/>
        </pc:sldMkLst>
      </pc:sldChg>
      <pc:sldChg chg="addSp delSp modSp add del mod">
        <pc:chgData name="Ricardo Fernandes" userId="cf37fd8b0d3c9e95" providerId="LiveId" clId="{A4F44D94-3E07-43B7-B685-2636B760A42E}" dt="2025-09-28T18:34:20.921" v="10164" actId="47"/>
        <pc:sldMkLst>
          <pc:docMk/>
          <pc:sldMk cId="1103827793" sldId="348"/>
        </pc:sldMkLst>
      </pc:sldChg>
      <pc:sldChg chg="addSp delSp modSp add del mod">
        <pc:chgData name="Ricardo Fernandes" userId="cf37fd8b0d3c9e95" providerId="LiveId" clId="{A4F44D94-3E07-43B7-B685-2636B760A42E}" dt="2025-09-28T18:34:20.921" v="10164" actId="47"/>
        <pc:sldMkLst>
          <pc:docMk/>
          <pc:sldMk cId="3971355160" sldId="349"/>
        </pc:sldMkLst>
      </pc:sldChg>
      <pc:sldChg chg="addSp delSp modSp add del mod">
        <pc:chgData name="Ricardo Fernandes" userId="cf37fd8b0d3c9e95" providerId="LiveId" clId="{A4F44D94-3E07-43B7-B685-2636B760A42E}" dt="2025-09-28T18:34:20.921" v="10164" actId="47"/>
        <pc:sldMkLst>
          <pc:docMk/>
          <pc:sldMk cId="1610766228" sldId="350"/>
        </pc:sldMkLst>
      </pc:sldChg>
      <pc:sldChg chg="addSp delSp modSp add del mod ord">
        <pc:chgData name="Ricardo Fernandes" userId="cf37fd8b0d3c9e95" providerId="LiveId" clId="{A4F44D94-3E07-43B7-B685-2636B760A42E}" dt="2025-09-28T18:34:20.921" v="10164" actId="47"/>
        <pc:sldMkLst>
          <pc:docMk/>
          <pc:sldMk cId="2488195062" sldId="351"/>
        </pc:sldMkLst>
      </pc:sldChg>
      <pc:sldChg chg="addSp delSp modSp add del mod">
        <pc:chgData name="Ricardo Fernandes" userId="cf37fd8b0d3c9e95" providerId="LiveId" clId="{A4F44D94-3E07-43B7-B685-2636B760A42E}" dt="2025-09-28T18:34:20.921" v="10164" actId="47"/>
        <pc:sldMkLst>
          <pc:docMk/>
          <pc:sldMk cId="4109903191" sldId="352"/>
        </pc:sldMkLst>
      </pc:sldChg>
      <pc:sldChg chg="addSp delSp modSp add del mod">
        <pc:chgData name="Ricardo Fernandes" userId="cf37fd8b0d3c9e95" providerId="LiveId" clId="{A4F44D94-3E07-43B7-B685-2636B760A42E}" dt="2025-09-28T18:34:20.921" v="10164" actId="47"/>
        <pc:sldMkLst>
          <pc:docMk/>
          <pc:sldMk cId="3930599402" sldId="353"/>
        </pc:sldMkLst>
      </pc:sldChg>
      <pc:sldChg chg="addSp delSp modSp add del mod">
        <pc:chgData name="Ricardo Fernandes" userId="cf37fd8b0d3c9e95" providerId="LiveId" clId="{A4F44D94-3E07-43B7-B685-2636B760A42E}" dt="2025-09-28T18:34:20.921" v="10164" actId="47"/>
        <pc:sldMkLst>
          <pc:docMk/>
          <pc:sldMk cId="1770395780" sldId="354"/>
        </pc:sldMkLst>
      </pc:sldChg>
      <pc:sldChg chg="addSp delSp modSp add del mod">
        <pc:chgData name="Ricardo Fernandes" userId="cf37fd8b0d3c9e95" providerId="LiveId" clId="{A4F44D94-3E07-43B7-B685-2636B760A42E}" dt="2025-09-28T18:34:20.921" v="10164" actId="47"/>
        <pc:sldMkLst>
          <pc:docMk/>
          <pc:sldMk cId="1431888181" sldId="355"/>
        </pc:sldMkLst>
      </pc:sldChg>
      <pc:sldChg chg="addSp delSp modSp add del mod">
        <pc:chgData name="Ricardo Fernandes" userId="cf37fd8b0d3c9e95" providerId="LiveId" clId="{A4F44D94-3E07-43B7-B685-2636B760A42E}" dt="2025-09-28T18:34:20.921" v="10164" actId="47"/>
        <pc:sldMkLst>
          <pc:docMk/>
          <pc:sldMk cId="878422036" sldId="356"/>
        </pc:sldMkLst>
      </pc:sldChg>
      <pc:sldChg chg="addSp delSp modSp add del mod">
        <pc:chgData name="Ricardo Fernandes" userId="cf37fd8b0d3c9e95" providerId="LiveId" clId="{A4F44D94-3E07-43B7-B685-2636B760A42E}" dt="2025-09-28T18:34:20.921" v="10164" actId="47"/>
        <pc:sldMkLst>
          <pc:docMk/>
          <pc:sldMk cId="3859224035" sldId="357"/>
        </pc:sldMkLst>
      </pc:sldChg>
      <pc:sldChg chg="addSp delSp modSp add del mod">
        <pc:chgData name="Ricardo Fernandes" userId="cf37fd8b0d3c9e95" providerId="LiveId" clId="{A4F44D94-3E07-43B7-B685-2636B760A42E}" dt="2025-09-28T18:34:20.921" v="10164" actId="47"/>
        <pc:sldMkLst>
          <pc:docMk/>
          <pc:sldMk cId="3856460664" sldId="358"/>
        </pc:sldMkLst>
      </pc:sldChg>
      <pc:sldChg chg="addSp delSp modSp add del mod">
        <pc:chgData name="Ricardo Fernandes" userId="cf37fd8b0d3c9e95" providerId="LiveId" clId="{A4F44D94-3E07-43B7-B685-2636B760A42E}" dt="2025-09-28T18:34:20.921" v="10164" actId="47"/>
        <pc:sldMkLst>
          <pc:docMk/>
          <pc:sldMk cId="3003383702" sldId="359"/>
        </pc:sldMkLst>
      </pc:sldChg>
      <pc:sldChg chg="addSp delSp modSp add del mod">
        <pc:chgData name="Ricardo Fernandes" userId="cf37fd8b0d3c9e95" providerId="LiveId" clId="{A4F44D94-3E07-43B7-B685-2636B760A42E}" dt="2025-09-28T18:34:20.921" v="10164" actId="47"/>
        <pc:sldMkLst>
          <pc:docMk/>
          <pc:sldMk cId="2073611517" sldId="360"/>
        </pc:sldMkLst>
      </pc:sldChg>
      <pc:sldChg chg="delSp modSp add mod">
        <pc:chgData name="Ricardo Fernandes" userId="cf37fd8b0d3c9e95" providerId="LiveId" clId="{A4F44D94-3E07-43B7-B685-2636B760A42E}" dt="2025-09-30T17:41:45.678" v="18961" actId="790"/>
        <pc:sldMkLst>
          <pc:docMk/>
          <pc:sldMk cId="1819624067" sldId="361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819624067" sldId="361"/>
            <ac:spMk id="2" creationId="{3F026091-A5DA-9C0F-B9C9-4B6AA9423BD9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819624067" sldId="361"/>
            <ac:spMk id="3" creationId="{4BD99A35-7835-3406-0C3F-6F0DEECEFB0D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819624067" sldId="361"/>
            <ac:spMk id="19" creationId="{3E861C3E-299E-C30C-5BD0-F5C0A0B99795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819624067" sldId="361"/>
            <ac:spMk id="9229" creationId="{44589BA2-EB6D-7B5E-FBA2-A88C0B8B73A3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819624067" sldId="361"/>
            <ac:spMk id="9237" creationId="{47C9E0E7-CD07-5804-E9E1-E2BB07ED72E0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819624067" sldId="361"/>
            <ac:spMk id="10243" creationId="{DE589B77-15B3-679F-0094-539EE7524526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819624067" sldId="361"/>
            <ac:spMk id="10244" creationId="{6BB67FB4-67F6-456E-7EC4-2DB4CD997ABA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819624067" sldId="361"/>
            <ac:spMk id="10247" creationId="{5C93A08C-2218-F316-B82A-CFA2D4907FAD}"/>
          </ac:spMkLst>
        </pc:spChg>
      </pc:sldChg>
      <pc:sldChg chg="addSp delSp modSp add del mod">
        <pc:chgData name="Ricardo Fernandes" userId="cf37fd8b0d3c9e95" providerId="LiveId" clId="{A4F44D94-3E07-43B7-B685-2636B760A42E}" dt="2025-09-28T18:34:20.921" v="10164" actId="47"/>
        <pc:sldMkLst>
          <pc:docMk/>
          <pc:sldMk cId="1780144862" sldId="362"/>
        </pc:sldMkLst>
      </pc:sldChg>
      <pc:sldChg chg="addSp modSp add mod">
        <pc:chgData name="Ricardo Fernandes" userId="cf37fd8b0d3c9e95" providerId="LiveId" clId="{A4F44D94-3E07-43B7-B685-2636B760A42E}" dt="2025-09-30T17:41:45.678" v="18961" actId="790"/>
        <pc:sldMkLst>
          <pc:docMk/>
          <pc:sldMk cId="2183753520" sldId="362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183753520" sldId="362"/>
            <ac:spMk id="2" creationId="{1890FA57-63AF-C6FA-91E8-C37E0CC29A10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183753520" sldId="362"/>
            <ac:spMk id="3" creationId="{AC070048-7B9E-878D-1E06-8C8F239B0FF8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183753520" sldId="362"/>
            <ac:spMk id="19" creationId="{A5D57314-0406-6521-EF50-70FD4EDDD32B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183753520" sldId="362"/>
            <ac:spMk id="9229" creationId="{111CEA2A-3F65-546E-361E-A9391EAF23CB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183753520" sldId="362"/>
            <ac:spMk id="9237" creationId="{7F3907EB-B7D1-3839-7076-EB2226B03FBA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183753520" sldId="362"/>
            <ac:spMk id="10243" creationId="{465C5597-E0A5-E25A-33D0-BA9258278F06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183753520" sldId="362"/>
            <ac:spMk id="10244" creationId="{5E0AC79A-5003-51C3-0DE5-53F870CD0E79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183753520" sldId="362"/>
            <ac:spMk id="10247" creationId="{28D2FDF8-2BE2-5728-F451-DD9519B9FFC6}"/>
          </ac:spMkLst>
        </pc:spChg>
        <pc:picChg chg="add mod">
          <ac:chgData name="Ricardo Fernandes" userId="cf37fd8b0d3c9e95" providerId="LiveId" clId="{A4F44D94-3E07-43B7-B685-2636B760A42E}" dt="2025-09-28T18:45:25.792" v="10868" actId="14100"/>
          <ac:picMkLst>
            <pc:docMk/>
            <pc:sldMk cId="2183753520" sldId="362"/>
            <ac:picMk id="1026" creationId="{67857A43-8123-1CDC-B571-2477C3D4F324}"/>
          </ac:picMkLst>
        </pc:picChg>
        <pc:picChg chg="add mod">
          <ac:chgData name="Ricardo Fernandes" userId="cf37fd8b0d3c9e95" providerId="LiveId" clId="{A4F44D94-3E07-43B7-B685-2636B760A42E}" dt="2025-09-28T18:45:30.632" v="10869" actId="1076"/>
          <ac:picMkLst>
            <pc:docMk/>
            <pc:sldMk cId="2183753520" sldId="362"/>
            <ac:picMk id="1028" creationId="{BD7F5264-5A6C-BD9D-E48B-24CD90B16004}"/>
          </ac:picMkLst>
        </pc:picChg>
        <pc:picChg chg="add mod">
          <ac:chgData name="Ricardo Fernandes" userId="cf37fd8b0d3c9e95" providerId="LiveId" clId="{A4F44D94-3E07-43B7-B685-2636B760A42E}" dt="2025-09-28T18:44:57.845" v="10859" actId="14100"/>
          <ac:picMkLst>
            <pc:docMk/>
            <pc:sldMk cId="2183753520" sldId="362"/>
            <ac:picMk id="1030" creationId="{D76768DF-AA28-6C41-B1A6-D4303260F137}"/>
          </ac:picMkLst>
        </pc:picChg>
      </pc:sldChg>
      <pc:sldChg chg="delSp modSp add mod">
        <pc:chgData name="Ricardo Fernandes" userId="cf37fd8b0d3c9e95" providerId="LiveId" clId="{A4F44D94-3E07-43B7-B685-2636B760A42E}" dt="2025-09-30T17:41:45.678" v="18961" actId="790"/>
        <pc:sldMkLst>
          <pc:docMk/>
          <pc:sldMk cId="892423625" sldId="363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892423625" sldId="363"/>
            <ac:spMk id="2" creationId="{E2B8C197-25D4-25E5-8068-393AE144C6AF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892423625" sldId="363"/>
            <ac:spMk id="3" creationId="{4AB92FDE-D6DF-A5D7-8173-B72D682DE9E7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892423625" sldId="363"/>
            <ac:spMk id="19" creationId="{83B73501-23A8-85F5-C953-D7FDCDC5A6BB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892423625" sldId="363"/>
            <ac:spMk id="9229" creationId="{072FE0F6-3694-969B-F95C-8A215EF15F46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892423625" sldId="363"/>
            <ac:spMk id="9237" creationId="{56AAAA50-BB0A-1097-FA06-C8D29EF9E3D2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892423625" sldId="363"/>
            <ac:spMk id="10243" creationId="{5F421D65-ACC9-FADD-BDC9-A387C358E4CA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892423625" sldId="363"/>
            <ac:spMk id="10244" creationId="{475BF391-574F-D62E-BEE2-BAB2A53E8695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892423625" sldId="363"/>
            <ac:spMk id="10247" creationId="{2729A336-F76C-9120-77BD-60567D098B6D}"/>
          </ac:spMkLst>
        </pc:spChg>
      </pc:sldChg>
      <pc:sldChg chg="addSp modSp add mod">
        <pc:chgData name="Ricardo Fernandes" userId="cf37fd8b0d3c9e95" providerId="LiveId" clId="{A4F44D94-3E07-43B7-B685-2636B760A42E}" dt="2025-09-30T17:41:45.678" v="18961" actId="790"/>
        <pc:sldMkLst>
          <pc:docMk/>
          <pc:sldMk cId="2849953022" sldId="364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849953022" sldId="364"/>
            <ac:spMk id="2" creationId="{0BC0688B-4B24-E472-8AD3-73192D6EA0C4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849953022" sldId="364"/>
            <ac:spMk id="3" creationId="{125F2852-0797-F973-7369-2DDB2ED6C680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849953022" sldId="364"/>
            <ac:spMk id="19" creationId="{65DB9B58-486A-2779-7B07-F7CF6B98DB30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849953022" sldId="364"/>
            <ac:spMk id="9229" creationId="{DEDF4528-6805-5E05-5242-4FBBB080FA76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849953022" sldId="364"/>
            <ac:spMk id="9237" creationId="{97074DD4-47A9-897B-D32C-903FCB263DA7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849953022" sldId="364"/>
            <ac:spMk id="10243" creationId="{90779459-1023-522C-A42E-6F278785F36C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849953022" sldId="364"/>
            <ac:spMk id="10244" creationId="{C035B34C-1290-200E-90EC-B0B6D58D8626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849953022" sldId="364"/>
            <ac:spMk id="10247" creationId="{2E213C2E-B8B4-E86D-6977-4826B97FCF1A}"/>
          </ac:spMkLst>
        </pc:spChg>
        <pc:picChg chg="add mod">
          <ac:chgData name="Ricardo Fernandes" userId="cf37fd8b0d3c9e95" providerId="LiveId" clId="{A4F44D94-3E07-43B7-B685-2636B760A42E}" dt="2025-09-30T13:00:41.919" v="11602" actId="1076"/>
          <ac:picMkLst>
            <pc:docMk/>
            <pc:sldMk cId="2849953022" sldId="364"/>
            <ac:picMk id="6" creationId="{AFB468E4-1822-F6CA-285A-1F481D3A8DB7}"/>
          </ac:picMkLst>
        </pc:picChg>
      </pc:sldChg>
      <pc:sldChg chg="addSp delSp modSp add mod">
        <pc:chgData name="Ricardo Fernandes" userId="cf37fd8b0d3c9e95" providerId="LiveId" clId="{A4F44D94-3E07-43B7-B685-2636B760A42E}" dt="2025-09-30T17:41:45.678" v="18961" actId="790"/>
        <pc:sldMkLst>
          <pc:docMk/>
          <pc:sldMk cId="2130504362" sldId="365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130504362" sldId="365"/>
            <ac:spMk id="2" creationId="{2449863C-C582-7CC7-C6E1-366EB5FA9279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130504362" sldId="365"/>
            <ac:spMk id="3" creationId="{553D596D-B6BB-E5A2-0137-73B1999B0ADF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130504362" sldId="365"/>
            <ac:spMk id="19" creationId="{D80DB0BE-F6D0-8298-499F-2BC836B0AAAE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130504362" sldId="365"/>
            <ac:spMk id="9229" creationId="{66064202-6F87-54CD-975B-8627E945FA4C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130504362" sldId="365"/>
            <ac:spMk id="9237" creationId="{0E90E9D2-DCE9-C310-0D2D-1B8CCFF06385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130504362" sldId="365"/>
            <ac:spMk id="10243" creationId="{20C9D85C-1B23-EB6B-60B4-9C46DB236DFD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130504362" sldId="365"/>
            <ac:spMk id="10244" creationId="{70D5DC11-12C6-058B-550E-56913FC2DD97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130504362" sldId="365"/>
            <ac:spMk id="10247" creationId="{AE68BB0D-A034-FDF4-6250-A3104FF4050A}"/>
          </ac:spMkLst>
        </pc:spChg>
        <pc:picChg chg="del">
          <ac:chgData name="Ricardo Fernandes" userId="cf37fd8b0d3c9e95" providerId="LiveId" clId="{A4F44D94-3E07-43B7-B685-2636B760A42E}" dt="2025-09-30T13:02:14.950" v="11778" actId="478"/>
          <ac:picMkLst>
            <pc:docMk/>
            <pc:sldMk cId="2130504362" sldId="365"/>
            <ac:picMk id="6" creationId="{3E92C8DD-50D5-99DB-9365-41CAE2A6CB1A}"/>
          </ac:picMkLst>
        </pc:picChg>
        <pc:picChg chg="add mod">
          <ac:chgData name="Ricardo Fernandes" userId="cf37fd8b0d3c9e95" providerId="LiveId" clId="{A4F44D94-3E07-43B7-B685-2636B760A42E}" dt="2025-09-30T13:02:47.009" v="11783" actId="1076"/>
          <ac:picMkLst>
            <pc:docMk/>
            <pc:sldMk cId="2130504362" sldId="365"/>
            <ac:picMk id="8" creationId="{B58A5A6F-C52F-1C59-F853-3C90BF2B11BD}"/>
          </ac:picMkLst>
        </pc:picChg>
      </pc:sldChg>
      <pc:sldChg chg="addSp delSp modSp add mod ord">
        <pc:chgData name="Ricardo Fernandes" userId="cf37fd8b0d3c9e95" providerId="LiveId" clId="{A4F44D94-3E07-43B7-B685-2636B760A42E}" dt="2025-09-30T17:41:45.678" v="18961" actId="790"/>
        <pc:sldMkLst>
          <pc:docMk/>
          <pc:sldMk cId="349277286" sldId="366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49277286" sldId="366"/>
            <ac:spMk id="2" creationId="{4A469E87-7D5E-5201-E309-F488F53E567C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49277286" sldId="366"/>
            <ac:spMk id="3" creationId="{C7034407-E1E1-31B7-F7D4-5112067BE5BD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49277286" sldId="366"/>
            <ac:spMk id="19" creationId="{A6053616-A93D-8491-2FE8-A7D10FFE17C1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49277286" sldId="366"/>
            <ac:spMk id="9229" creationId="{F9EDAC28-61A1-521D-69BE-D8D89607BC66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49277286" sldId="366"/>
            <ac:spMk id="9237" creationId="{93C0E85C-C18E-7701-C08F-01D4E1DF7712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49277286" sldId="366"/>
            <ac:spMk id="10243" creationId="{E4A74761-7CBA-0EC3-8AA9-91E2840CC0BE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49277286" sldId="366"/>
            <ac:spMk id="10244" creationId="{EB017BD5-D659-793B-CAF3-09CB4B2841A4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49277286" sldId="366"/>
            <ac:spMk id="10247" creationId="{AA36E62B-DCBF-123D-DAA8-0A65BE868D53}"/>
          </ac:spMkLst>
        </pc:spChg>
        <pc:picChg chg="add mod">
          <ac:chgData name="Ricardo Fernandes" userId="cf37fd8b0d3c9e95" providerId="LiveId" clId="{A4F44D94-3E07-43B7-B685-2636B760A42E}" dt="2025-09-30T13:03:40.256" v="11838" actId="1076"/>
          <ac:picMkLst>
            <pc:docMk/>
            <pc:sldMk cId="349277286" sldId="366"/>
            <ac:picMk id="6" creationId="{81B63EF9-C9D0-BC00-F898-2A71E20BBC62}"/>
          </ac:picMkLst>
        </pc:picChg>
        <pc:picChg chg="del">
          <ac:chgData name="Ricardo Fernandes" userId="cf37fd8b0d3c9e95" providerId="LiveId" clId="{A4F44D94-3E07-43B7-B685-2636B760A42E}" dt="2025-09-30T13:03:23.545" v="11824" actId="478"/>
          <ac:picMkLst>
            <pc:docMk/>
            <pc:sldMk cId="349277286" sldId="366"/>
            <ac:picMk id="8" creationId="{88046061-4A05-A79B-B4EC-0567C29AD4B5}"/>
          </ac:picMkLst>
        </pc:picChg>
      </pc:sldChg>
      <pc:sldChg chg="addSp delSp modSp add mod ord">
        <pc:chgData name="Ricardo Fernandes" userId="cf37fd8b0d3c9e95" providerId="LiveId" clId="{A4F44D94-3E07-43B7-B685-2636B760A42E}" dt="2025-09-30T17:41:45.678" v="18961" actId="790"/>
        <pc:sldMkLst>
          <pc:docMk/>
          <pc:sldMk cId="2059074194" sldId="367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059074194" sldId="367"/>
            <ac:spMk id="2" creationId="{35ACBDD2-682F-FEC8-B728-1C0BCC561A7B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059074194" sldId="367"/>
            <ac:spMk id="3" creationId="{39D0BC5B-3CDA-B407-2E9B-3D119B72AA37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059074194" sldId="367"/>
            <ac:spMk id="19" creationId="{30056234-8361-4A7D-DF2E-73C55717FBEF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059074194" sldId="367"/>
            <ac:spMk id="9229" creationId="{B1BD1B28-9153-04AD-97CD-70635621301E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059074194" sldId="367"/>
            <ac:spMk id="9237" creationId="{62FE3F5C-D2C7-3D93-1345-8F01FA94FF4D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059074194" sldId="367"/>
            <ac:spMk id="10243" creationId="{EDA84ADA-B693-4122-71EB-C7074BE51943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059074194" sldId="367"/>
            <ac:spMk id="10244" creationId="{C37B3030-B7C7-3E1C-E324-A13512A1CDD4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059074194" sldId="367"/>
            <ac:spMk id="10247" creationId="{6A1E3C0F-3E60-99CD-A868-028F25CFF755}"/>
          </ac:spMkLst>
        </pc:spChg>
        <pc:picChg chg="del">
          <ac:chgData name="Ricardo Fernandes" userId="cf37fd8b0d3c9e95" providerId="LiveId" clId="{A4F44D94-3E07-43B7-B685-2636B760A42E}" dt="2025-09-30T13:05:17.361" v="12024" actId="478"/>
          <ac:picMkLst>
            <pc:docMk/>
            <pc:sldMk cId="2059074194" sldId="367"/>
            <ac:picMk id="6" creationId="{D29F0B5B-1227-9E3A-E4E7-3D68EDEA511A}"/>
          </ac:picMkLst>
        </pc:picChg>
        <pc:picChg chg="add del mod">
          <ac:chgData name="Ricardo Fernandes" userId="cf37fd8b0d3c9e95" providerId="LiveId" clId="{A4F44D94-3E07-43B7-B685-2636B760A42E}" dt="2025-09-30T13:08:51.462" v="12173" actId="478"/>
          <ac:picMkLst>
            <pc:docMk/>
            <pc:sldMk cId="2059074194" sldId="367"/>
            <ac:picMk id="8" creationId="{588934AA-1C53-11CC-3525-6DEB674AB61A}"/>
          </ac:picMkLst>
        </pc:picChg>
        <pc:picChg chg="add mod">
          <ac:chgData name="Ricardo Fernandes" userId="cf37fd8b0d3c9e95" providerId="LiveId" clId="{A4F44D94-3E07-43B7-B685-2636B760A42E}" dt="2025-09-30T13:08:56.479" v="12179" actId="1076"/>
          <ac:picMkLst>
            <pc:docMk/>
            <pc:sldMk cId="2059074194" sldId="367"/>
            <ac:picMk id="11" creationId="{7CFFB65E-017D-C792-2019-D4C25B87583F}"/>
          </ac:picMkLst>
        </pc:picChg>
      </pc:sldChg>
      <pc:sldChg chg="addSp delSp modSp add mod">
        <pc:chgData name="Ricardo Fernandes" userId="cf37fd8b0d3c9e95" providerId="LiveId" clId="{A4F44D94-3E07-43B7-B685-2636B760A42E}" dt="2025-09-30T17:41:45.678" v="18961" actId="790"/>
        <pc:sldMkLst>
          <pc:docMk/>
          <pc:sldMk cId="687989325" sldId="368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687989325" sldId="368"/>
            <ac:spMk id="2" creationId="{2E527B62-5A96-F54F-14D3-86C9251BB799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687989325" sldId="368"/>
            <ac:spMk id="3" creationId="{A0F5BE2E-90FD-687C-B196-033BD0F1751F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687989325" sldId="368"/>
            <ac:spMk id="19" creationId="{3E546CEB-731C-1039-C301-5DA181EFCA5B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687989325" sldId="368"/>
            <ac:spMk id="9229" creationId="{D6379B8B-C53D-674F-2F7C-725921F3CE54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687989325" sldId="368"/>
            <ac:spMk id="9237" creationId="{F7371061-E3B3-5494-C75A-FA8E2CBC7C47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687989325" sldId="368"/>
            <ac:spMk id="10243" creationId="{C24CD10B-8029-2081-86B8-63D80268786C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687989325" sldId="368"/>
            <ac:spMk id="10244" creationId="{2025F534-E35E-6056-3B3B-C1B90510AFC5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687989325" sldId="368"/>
            <ac:spMk id="10247" creationId="{2E5DBB29-880F-39A1-F9BB-E38AA6D44973}"/>
          </ac:spMkLst>
        </pc:spChg>
        <pc:picChg chg="add mod">
          <ac:chgData name="Ricardo Fernandes" userId="cf37fd8b0d3c9e95" providerId="LiveId" clId="{A4F44D94-3E07-43B7-B685-2636B760A42E}" dt="2025-09-30T13:11:20.089" v="12280" actId="1076"/>
          <ac:picMkLst>
            <pc:docMk/>
            <pc:sldMk cId="687989325" sldId="368"/>
            <ac:picMk id="6" creationId="{A68203D2-351C-8E99-8371-2048D5627965}"/>
          </ac:picMkLst>
        </pc:picChg>
        <pc:picChg chg="del">
          <ac:chgData name="Ricardo Fernandes" userId="cf37fd8b0d3c9e95" providerId="LiveId" clId="{A4F44D94-3E07-43B7-B685-2636B760A42E}" dt="2025-09-30T13:10:03.724" v="12275" actId="478"/>
          <ac:picMkLst>
            <pc:docMk/>
            <pc:sldMk cId="687989325" sldId="368"/>
            <ac:picMk id="11" creationId="{B2133B29-3268-F0BD-1432-04F8B9982E91}"/>
          </ac:picMkLst>
        </pc:picChg>
      </pc:sldChg>
      <pc:sldChg chg="addSp delSp modSp add mod">
        <pc:chgData name="Ricardo Fernandes" userId="cf37fd8b0d3c9e95" providerId="LiveId" clId="{A4F44D94-3E07-43B7-B685-2636B760A42E}" dt="2025-09-30T17:41:45.678" v="18961" actId="790"/>
        <pc:sldMkLst>
          <pc:docMk/>
          <pc:sldMk cId="2784477742" sldId="369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784477742" sldId="369"/>
            <ac:spMk id="2" creationId="{991E4ACB-7691-7C59-FF92-F35CAE040936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784477742" sldId="369"/>
            <ac:spMk id="3" creationId="{B6C285B2-1E33-EE37-8D70-05652CF9FBDF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784477742" sldId="369"/>
            <ac:spMk id="19" creationId="{87A07912-E285-193B-4371-8EAF25048A37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784477742" sldId="369"/>
            <ac:spMk id="9229" creationId="{1B24FF26-0D83-8F0B-11EC-95D2B1B33C24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784477742" sldId="369"/>
            <ac:spMk id="9237" creationId="{9C68002C-6A07-53D0-DC72-9E3328ABB7B9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784477742" sldId="369"/>
            <ac:spMk id="10243" creationId="{B7C518B6-B9D2-1284-181C-0017BA464A15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784477742" sldId="369"/>
            <ac:spMk id="10244" creationId="{3187556A-0ECF-1BB7-7EDE-EED06CB1D36C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784477742" sldId="369"/>
            <ac:spMk id="10247" creationId="{8473F8AE-1067-99F9-8514-3E9611C6CF90}"/>
          </ac:spMkLst>
        </pc:spChg>
        <pc:picChg chg="del">
          <ac:chgData name="Ricardo Fernandes" userId="cf37fd8b0d3c9e95" providerId="LiveId" clId="{A4F44D94-3E07-43B7-B685-2636B760A42E}" dt="2025-09-30T13:11:26.861" v="12283" actId="478"/>
          <ac:picMkLst>
            <pc:docMk/>
            <pc:sldMk cId="2784477742" sldId="369"/>
            <ac:picMk id="6" creationId="{27F96F26-0995-49AC-B06B-262F310A20E9}"/>
          </ac:picMkLst>
        </pc:picChg>
        <pc:picChg chg="add mod">
          <ac:chgData name="Ricardo Fernandes" userId="cf37fd8b0d3c9e95" providerId="LiveId" clId="{A4F44D94-3E07-43B7-B685-2636B760A42E}" dt="2025-09-30T13:16:20.153" v="12587" actId="1076"/>
          <ac:picMkLst>
            <pc:docMk/>
            <pc:sldMk cId="2784477742" sldId="369"/>
            <ac:picMk id="8" creationId="{BF15CD39-3127-B763-930E-656AD72CE056}"/>
          </ac:picMkLst>
        </pc:picChg>
      </pc:sldChg>
      <pc:sldChg chg="addSp delSp modSp add mod">
        <pc:chgData name="Ricardo Fernandes" userId="cf37fd8b0d3c9e95" providerId="LiveId" clId="{A4F44D94-3E07-43B7-B685-2636B760A42E}" dt="2025-09-30T17:41:45.678" v="18961" actId="790"/>
        <pc:sldMkLst>
          <pc:docMk/>
          <pc:sldMk cId="3583802345" sldId="370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583802345" sldId="370"/>
            <ac:spMk id="2" creationId="{4415F1B5-C34B-DC29-0C0D-135E9F67393E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583802345" sldId="370"/>
            <ac:spMk id="3" creationId="{8A7FCB0C-30FC-D9F8-FC87-148683612CA7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583802345" sldId="370"/>
            <ac:spMk id="19" creationId="{34C4C866-29F1-5B06-B54C-DEFA6803320D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583802345" sldId="370"/>
            <ac:spMk id="9229" creationId="{462A35BD-0DDB-CF07-7948-03A5EC65CE3E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583802345" sldId="370"/>
            <ac:spMk id="9237" creationId="{50937BDF-C11D-CD36-D15E-15FAAD47008E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583802345" sldId="370"/>
            <ac:spMk id="10243" creationId="{BBB611DE-EC0D-63E9-7911-A32AACACDF6B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583802345" sldId="370"/>
            <ac:spMk id="10244" creationId="{04FB6809-7B54-6189-699D-A51072E24FC8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583802345" sldId="370"/>
            <ac:spMk id="10247" creationId="{E431B06A-9CCD-AA61-C75C-8646E8448158}"/>
          </ac:spMkLst>
        </pc:spChg>
        <pc:picChg chg="add mod">
          <ac:chgData name="Ricardo Fernandes" userId="cf37fd8b0d3c9e95" providerId="LiveId" clId="{A4F44D94-3E07-43B7-B685-2636B760A42E}" dt="2025-09-30T13:17:09.548" v="12595" actId="1076"/>
          <ac:picMkLst>
            <pc:docMk/>
            <pc:sldMk cId="3583802345" sldId="370"/>
            <ac:picMk id="6" creationId="{DB7C1DF1-9FA2-FEF4-8A9D-EB9636D54BBC}"/>
          </ac:picMkLst>
        </pc:picChg>
        <pc:picChg chg="del">
          <ac:chgData name="Ricardo Fernandes" userId="cf37fd8b0d3c9e95" providerId="LiveId" clId="{A4F44D94-3E07-43B7-B685-2636B760A42E}" dt="2025-09-30T13:16:24.265" v="12589" actId="478"/>
          <ac:picMkLst>
            <pc:docMk/>
            <pc:sldMk cId="3583802345" sldId="370"/>
            <ac:picMk id="8" creationId="{B2C599A8-506D-DDF5-1C6B-D9AAF394C962}"/>
          </ac:picMkLst>
        </pc:picChg>
      </pc:sldChg>
      <pc:sldChg chg="addSp delSp modSp add mod">
        <pc:chgData name="Ricardo Fernandes" userId="cf37fd8b0d3c9e95" providerId="LiveId" clId="{A4F44D94-3E07-43B7-B685-2636B760A42E}" dt="2025-09-30T17:41:45.678" v="18961" actId="790"/>
        <pc:sldMkLst>
          <pc:docMk/>
          <pc:sldMk cId="3306359049" sldId="371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306359049" sldId="371"/>
            <ac:spMk id="2" creationId="{78F0FCB9-54DE-49E1-DC59-54F83205CCF0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306359049" sldId="371"/>
            <ac:spMk id="3" creationId="{12B87BF1-DFE1-DC7C-DB8F-CE4D2B1ED984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306359049" sldId="371"/>
            <ac:spMk id="19" creationId="{0CB17AAE-73EF-F0B5-B4E7-451B6AA28444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306359049" sldId="371"/>
            <ac:spMk id="9229" creationId="{05A31DCF-98E8-F5A3-FDBE-BEDC09F1EC18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306359049" sldId="371"/>
            <ac:spMk id="9237" creationId="{16B9B54E-4556-2539-6992-743A39A80488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306359049" sldId="371"/>
            <ac:spMk id="10243" creationId="{C99C21AE-2485-3097-D073-D08FD2251C8D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306359049" sldId="371"/>
            <ac:spMk id="10244" creationId="{2EE8887D-518A-8C7A-4C88-2B0609A7B791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306359049" sldId="371"/>
            <ac:spMk id="10247" creationId="{EF3E227E-44F8-87C0-FE37-8F0029F9FBB2}"/>
          </ac:spMkLst>
        </pc:spChg>
        <pc:picChg chg="del">
          <ac:chgData name="Ricardo Fernandes" userId="cf37fd8b0d3c9e95" providerId="LiveId" clId="{A4F44D94-3E07-43B7-B685-2636B760A42E}" dt="2025-09-30T13:19:20.808" v="12839" actId="478"/>
          <ac:picMkLst>
            <pc:docMk/>
            <pc:sldMk cId="3306359049" sldId="371"/>
            <ac:picMk id="6" creationId="{10B3C8AC-32DA-3E89-414F-3EE3DB4951FA}"/>
          </ac:picMkLst>
        </pc:picChg>
        <pc:picChg chg="add mod">
          <ac:chgData name="Ricardo Fernandes" userId="cf37fd8b0d3c9e95" providerId="LiveId" clId="{A4F44D94-3E07-43B7-B685-2636B760A42E}" dt="2025-09-30T13:19:38.790" v="12853" actId="1076"/>
          <ac:picMkLst>
            <pc:docMk/>
            <pc:sldMk cId="3306359049" sldId="371"/>
            <ac:picMk id="8" creationId="{3072EC9D-8F82-842A-EE17-A2AF80DB23DA}"/>
          </ac:picMkLst>
        </pc:picChg>
      </pc:sldChg>
      <pc:sldChg chg="addSp delSp modSp add mod">
        <pc:chgData name="Ricardo Fernandes" userId="cf37fd8b0d3c9e95" providerId="LiveId" clId="{A4F44D94-3E07-43B7-B685-2636B760A42E}" dt="2025-09-30T17:41:45.678" v="18961" actId="790"/>
        <pc:sldMkLst>
          <pc:docMk/>
          <pc:sldMk cId="1192735962" sldId="372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192735962" sldId="372"/>
            <ac:spMk id="2" creationId="{59C3B4A5-2E4C-7E98-B858-6301E14C46CD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192735962" sldId="372"/>
            <ac:spMk id="3" creationId="{6BFF9DBB-4717-BFC7-B1C7-4426C5A00AE1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192735962" sldId="372"/>
            <ac:spMk id="19" creationId="{84ED35C5-4D47-B140-3727-B60C2764D339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192735962" sldId="372"/>
            <ac:spMk id="9229" creationId="{B3368697-B8F5-8945-FE6D-70E40DE63907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192735962" sldId="372"/>
            <ac:spMk id="9237" creationId="{EB53BD38-779F-E766-5438-97E859A117F3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192735962" sldId="372"/>
            <ac:spMk id="10243" creationId="{1025D187-B8CC-E80C-D26D-0B91E653EB33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192735962" sldId="372"/>
            <ac:spMk id="10244" creationId="{823B2AA4-548D-1441-E282-5D4796A477A6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192735962" sldId="372"/>
            <ac:spMk id="10247" creationId="{9E7FDD9F-10BA-94E7-90A1-D16EA273043E}"/>
          </ac:spMkLst>
        </pc:spChg>
        <pc:picChg chg="add mod">
          <ac:chgData name="Ricardo Fernandes" userId="cf37fd8b0d3c9e95" providerId="LiveId" clId="{A4F44D94-3E07-43B7-B685-2636B760A42E}" dt="2025-09-30T13:21:18.213" v="12876" actId="1076"/>
          <ac:picMkLst>
            <pc:docMk/>
            <pc:sldMk cId="1192735962" sldId="372"/>
            <ac:picMk id="6" creationId="{BD93F621-77AF-8944-09C5-B5686AFEC918}"/>
          </ac:picMkLst>
        </pc:picChg>
        <pc:picChg chg="del">
          <ac:chgData name="Ricardo Fernandes" userId="cf37fd8b0d3c9e95" providerId="LiveId" clId="{A4F44D94-3E07-43B7-B685-2636B760A42E}" dt="2025-09-30T13:19:42.320" v="12855" actId="478"/>
          <ac:picMkLst>
            <pc:docMk/>
            <pc:sldMk cId="1192735962" sldId="372"/>
            <ac:picMk id="8" creationId="{9A608222-45E6-5AF9-FA5A-45D25DD42E3F}"/>
          </ac:picMkLst>
        </pc:picChg>
      </pc:sldChg>
      <pc:sldChg chg="addSp delSp modSp add mod">
        <pc:chgData name="Ricardo Fernandes" userId="cf37fd8b0d3c9e95" providerId="LiveId" clId="{A4F44D94-3E07-43B7-B685-2636B760A42E}" dt="2025-09-30T17:41:45.678" v="18961" actId="790"/>
        <pc:sldMkLst>
          <pc:docMk/>
          <pc:sldMk cId="3428701524" sldId="373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428701524" sldId="373"/>
            <ac:spMk id="2" creationId="{744F792A-7D83-6AA6-A31E-979239073226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428701524" sldId="373"/>
            <ac:spMk id="3" creationId="{2EBE1AF6-65E9-6F00-1881-ADA404DF86B3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428701524" sldId="373"/>
            <ac:spMk id="19" creationId="{D076C801-BC1D-39C3-8C28-8A08B047332A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428701524" sldId="373"/>
            <ac:spMk id="9229" creationId="{8C474491-2551-3B19-0CAC-19EBBD5DC7F5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428701524" sldId="373"/>
            <ac:spMk id="9237" creationId="{7372825F-C368-27B6-0246-0518FBA1DFE6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428701524" sldId="373"/>
            <ac:spMk id="10243" creationId="{683252B9-F174-2E60-9004-49466DBB55D6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428701524" sldId="373"/>
            <ac:spMk id="10244" creationId="{3F636E6D-8A35-F80F-66FA-14D2261E3635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428701524" sldId="373"/>
            <ac:spMk id="10247" creationId="{6F8B534A-628B-C46D-B6EC-26E5BF9570B0}"/>
          </ac:spMkLst>
        </pc:spChg>
        <pc:picChg chg="del">
          <ac:chgData name="Ricardo Fernandes" userId="cf37fd8b0d3c9e95" providerId="LiveId" clId="{A4F44D94-3E07-43B7-B685-2636B760A42E}" dt="2025-09-30T13:23:25.693" v="13185" actId="478"/>
          <ac:picMkLst>
            <pc:docMk/>
            <pc:sldMk cId="3428701524" sldId="373"/>
            <ac:picMk id="6" creationId="{D158BCB8-5276-FFEC-D610-A7DB7791DE46}"/>
          </ac:picMkLst>
        </pc:picChg>
        <pc:picChg chg="add mod">
          <ac:chgData name="Ricardo Fernandes" userId="cf37fd8b0d3c9e95" providerId="LiveId" clId="{A4F44D94-3E07-43B7-B685-2636B760A42E}" dt="2025-09-30T13:23:39.468" v="13188" actId="1076"/>
          <ac:picMkLst>
            <pc:docMk/>
            <pc:sldMk cId="3428701524" sldId="373"/>
            <ac:picMk id="8" creationId="{CDD8830F-2BA9-B700-7D1A-2A8E0E723BC9}"/>
          </ac:picMkLst>
        </pc:picChg>
      </pc:sldChg>
      <pc:sldChg chg="addSp delSp modSp add mod">
        <pc:chgData name="Ricardo Fernandes" userId="cf37fd8b0d3c9e95" providerId="LiveId" clId="{A4F44D94-3E07-43B7-B685-2636B760A42E}" dt="2025-09-30T17:41:45.678" v="18961" actId="790"/>
        <pc:sldMkLst>
          <pc:docMk/>
          <pc:sldMk cId="2979940996" sldId="374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979940996" sldId="374"/>
            <ac:spMk id="2" creationId="{F4CF392C-A96F-741E-C7DC-C4E9D67CB377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979940996" sldId="374"/>
            <ac:spMk id="3" creationId="{B05F736E-5F21-A68A-8DCA-3863C603F282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979940996" sldId="374"/>
            <ac:spMk id="19" creationId="{48B0A96B-A018-04D8-D021-86D63DE98FC8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979940996" sldId="374"/>
            <ac:spMk id="9229" creationId="{13C2C35D-BFFD-9E0A-37E1-1FB0508BB6BA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979940996" sldId="374"/>
            <ac:spMk id="9237" creationId="{B33B13A8-C555-8BB3-2D96-47F8855478CE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979940996" sldId="374"/>
            <ac:spMk id="10243" creationId="{81E7AFB1-1EAC-5AE8-E3AF-3FA595E25768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979940996" sldId="374"/>
            <ac:spMk id="10244" creationId="{96A3EF10-D3A3-D95F-D1DC-775C6E888323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979940996" sldId="374"/>
            <ac:spMk id="10247" creationId="{4BEBE334-E10A-72DF-7B92-E77A65847EAD}"/>
          </ac:spMkLst>
        </pc:spChg>
        <pc:picChg chg="add mod">
          <ac:chgData name="Ricardo Fernandes" userId="cf37fd8b0d3c9e95" providerId="LiveId" clId="{A4F44D94-3E07-43B7-B685-2636B760A42E}" dt="2025-09-30T13:24:25.438" v="13238"/>
          <ac:picMkLst>
            <pc:docMk/>
            <pc:sldMk cId="2979940996" sldId="374"/>
            <ac:picMk id="4" creationId="{1D393DEF-1814-A49A-9D75-F42C74F87931}"/>
          </ac:picMkLst>
        </pc:picChg>
        <pc:picChg chg="del">
          <ac:chgData name="Ricardo Fernandes" userId="cf37fd8b0d3c9e95" providerId="LiveId" clId="{A4F44D94-3E07-43B7-B685-2636B760A42E}" dt="2025-09-30T13:24:25.230" v="13237" actId="478"/>
          <ac:picMkLst>
            <pc:docMk/>
            <pc:sldMk cId="2979940996" sldId="374"/>
            <ac:picMk id="8" creationId="{FEDDEB39-7A46-857F-518C-E43A7D610DCB}"/>
          </ac:picMkLst>
        </pc:picChg>
      </pc:sldChg>
      <pc:sldChg chg="addSp delSp modSp add mod">
        <pc:chgData name="Ricardo Fernandes" userId="cf37fd8b0d3c9e95" providerId="LiveId" clId="{A4F44D94-3E07-43B7-B685-2636B760A42E}" dt="2025-09-30T17:41:45.678" v="18961" actId="790"/>
        <pc:sldMkLst>
          <pc:docMk/>
          <pc:sldMk cId="3467946835" sldId="375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467946835" sldId="375"/>
            <ac:spMk id="2" creationId="{96EE87B6-C9C0-8950-4A7C-F50E2163FBD1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467946835" sldId="375"/>
            <ac:spMk id="3" creationId="{59FC93DE-33B2-BB52-7A0F-3FADFFC3BDEC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467946835" sldId="375"/>
            <ac:spMk id="19" creationId="{918D4001-CD47-DC4A-C997-1EB489178A43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467946835" sldId="375"/>
            <ac:spMk id="9229" creationId="{7B6BB2A4-6334-AC8D-96AB-C1BCE18D3797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467946835" sldId="375"/>
            <ac:spMk id="9237" creationId="{732839A5-C47E-7FB5-8A38-272BE8A96EC5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467946835" sldId="375"/>
            <ac:spMk id="10243" creationId="{A60809B9-D31C-0F0D-94D9-185F4799F08B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467946835" sldId="375"/>
            <ac:spMk id="10244" creationId="{5768AC47-1D0C-6781-3219-1E3FF18BA161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467946835" sldId="375"/>
            <ac:spMk id="10247" creationId="{64711FBA-078C-5655-518C-432F3EFC954D}"/>
          </ac:spMkLst>
        </pc:spChg>
        <pc:picChg chg="del">
          <ac:chgData name="Ricardo Fernandes" userId="cf37fd8b0d3c9e95" providerId="LiveId" clId="{A4F44D94-3E07-43B7-B685-2636B760A42E}" dt="2025-09-30T13:25:53.287" v="13444" actId="478"/>
          <ac:picMkLst>
            <pc:docMk/>
            <pc:sldMk cId="3467946835" sldId="375"/>
            <ac:picMk id="4" creationId="{1CD3AC19-A252-A2DD-ED8B-40BBCEBD56B2}"/>
          </ac:picMkLst>
        </pc:picChg>
        <pc:picChg chg="add mod">
          <ac:chgData name="Ricardo Fernandes" userId="cf37fd8b0d3c9e95" providerId="LiveId" clId="{A4F44D94-3E07-43B7-B685-2636B760A42E}" dt="2025-09-30T13:26:03.527" v="13451" actId="1076"/>
          <ac:picMkLst>
            <pc:docMk/>
            <pc:sldMk cId="3467946835" sldId="375"/>
            <ac:picMk id="8" creationId="{F3A7818F-ACE3-4828-1539-E5C531B6E495}"/>
          </ac:picMkLst>
        </pc:picChg>
      </pc:sldChg>
      <pc:sldChg chg="addSp delSp modSp add mod">
        <pc:chgData name="Ricardo Fernandes" userId="cf37fd8b0d3c9e95" providerId="LiveId" clId="{A4F44D94-3E07-43B7-B685-2636B760A42E}" dt="2025-09-30T17:41:45.678" v="18961" actId="790"/>
        <pc:sldMkLst>
          <pc:docMk/>
          <pc:sldMk cId="1812964547" sldId="376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812964547" sldId="376"/>
            <ac:spMk id="2" creationId="{BDE7FD5F-79CB-B684-6C8D-C03477DC7ECD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812964547" sldId="376"/>
            <ac:spMk id="3" creationId="{58222951-A19D-6146-A40C-3B338CA1F2F9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812964547" sldId="376"/>
            <ac:spMk id="19" creationId="{13A706A1-2AAA-C71E-62CE-5F05CF5804A8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812964547" sldId="376"/>
            <ac:spMk id="9229" creationId="{6C3A37E9-658F-B768-A85F-21AE69BE4DE7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812964547" sldId="376"/>
            <ac:spMk id="9237" creationId="{F5D95E84-1C28-1958-720C-8E464A970AF1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812964547" sldId="376"/>
            <ac:spMk id="10243" creationId="{E75507A6-DB9B-E3EA-BD84-F104DD0703F7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812964547" sldId="376"/>
            <ac:spMk id="10244" creationId="{237498B9-1552-5A24-EFE7-23D885B89005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812964547" sldId="376"/>
            <ac:spMk id="10247" creationId="{892BCE88-BD3E-8CD9-7461-9FBF291CB4AC}"/>
          </ac:spMkLst>
        </pc:spChg>
        <pc:picChg chg="add mod">
          <ac:chgData name="Ricardo Fernandes" userId="cf37fd8b0d3c9e95" providerId="LiveId" clId="{A4F44D94-3E07-43B7-B685-2636B760A42E}" dt="2025-09-30T13:26:52.354" v="13455" actId="1076"/>
          <ac:picMkLst>
            <pc:docMk/>
            <pc:sldMk cId="1812964547" sldId="376"/>
            <ac:picMk id="6" creationId="{85CF07ED-8D74-8459-7488-6DD083A05054}"/>
          </ac:picMkLst>
        </pc:picChg>
        <pc:picChg chg="del">
          <ac:chgData name="Ricardo Fernandes" userId="cf37fd8b0d3c9e95" providerId="LiveId" clId="{A4F44D94-3E07-43B7-B685-2636B760A42E}" dt="2025-09-30T13:26:45.220" v="13453" actId="478"/>
          <ac:picMkLst>
            <pc:docMk/>
            <pc:sldMk cId="1812964547" sldId="376"/>
            <ac:picMk id="8" creationId="{31179081-F221-60D7-86B3-A78B4A83C07A}"/>
          </ac:picMkLst>
        </pc:picChg>
      </pc:sldChg>
      <pc:sldChg chg="addSp modSp add mod">
        <pc:chgData name="Ricardo Fernandes" userId="cf37fd8b0d3c9e95" providerId="LiveId" clId="{A4F44D94-3E07-43B7-B685-2636B760A42E}" dt="2025-09-30T17:41:45.678" v="18961" actId="790"/>
        <pc:sldMkLst>
          <pc:docMk/>
          <pc:sldMk cId="1090576933" sldId="377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090576933" sldId="377"/>
            <ac:spMk id="2" creationId="{1C2794E9-91BF-6CC2-E4E6-C4B841CDD669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090576933" sldId="377"/>
            <ac:spMk id="3" creationId="{65D9337B-D469-155C-8CE2-E95E6E32050D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090576933" sldId="377"/>
            <ac:spMk id="19" creationId="{6A8B0FCB-E49A-477B-576B-C62F1AA6740B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090576933" sldId="377"/>
            <ac:spMk id="9229" creationId="{3EB99ABB-5715-B36E-A307-8EBD7B36BBB0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090576933" sldId="377"/>
            <ac:spMk id="9237" creationId="{3A038E6C-B7E2-57F0-DF4C-4297DAA1F9E7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090576933" sldId="377"/>
            <ac:spMk id="10243" creationId="{2F3564E5-5568-906C-D621-6E0A0CE48CDE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090576933" sldId="377"/>
            <ac:spMk id="10244" creationId="{81634A9B-2138-61D2-994E-23ED4BED8D47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090576933" sldId="377"/>
            <ac:spMk id="10247" creationId="{96998008-0B43-EF2A-8D53-CD0661467303}"/>
          </ac:spMkLst>
        </pc:spChg>
        <pc:picChg chg="mod">
          <ac:chgData name="Ricardo Fernandes" userId="cf37fd8b0d3c9e95" providerId="LiveId" clId="{A4F44D94-3E07-43B7-B685-2636B760A42E}" dt="2025-09-30T13:28:41.670" v="13684" actId="1076"/>
          <ac:picMkLst>
            <pc:docMk/>
            <pc:sldMk cId="1090576933" sldId="377"/>
            <ac:picMk id="6" creationId="{F79F341E-38A9-7655-B7C0-40071514EA62}"/>
          </ac:picMkLst>
        </pc:picChg>
        <pc:picChg chg="add mod">
          <ac:chgData name="Ricardo Fernandes" userId="cf37fd8b0d3c9e95" providerId="LiveId" clId="{A4F44D94-3E07-43B7-B685-2636B760A42E}" dt="2025-09-30T13:28:45.929" v="13689" actId="1076"/>
          <ac:picMkLst>
            <pc:docMk/>
            <pc:sldMk cId="1090576933" sldId="377"/>
            <ac:picMk id="8" creationId="{3C8739A0-AA4A-7780-7BCB-71C5A3136733}"/>
          </ac:picMkLst>
        </pc:picChg>
      </pc:sldChg>
      <pc:sldChg chg="delSp modSp add mod">
        <pc:chgData name="Ricardo Fernandes" userId="cf37fd8b0d3c9e95" providerId="LiveId" clId="{A4F44D94-3E07-43B7-B685-2636B760A42E}" dt="2025-09-30T17:41:45.678" v="18961" actId="790"/>
        <pc:sldMkLst>
          <pc:docMk/>
          <pc:sldMk cId="337153168" sldId="378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37153168" sldId="378"/>
            <ac:spMk id="2" creationId="{36A5A50E-19F5-F7D8-0DEF-531DEAD74FE4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37153168" sldId="378"/>
            <ac:spMk id="3" creationId="{CDFC136B-8B16-B792-1EC2-7C8A1B7DE26E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37153168" sldId="378"/>
            <ac:spMk id="19" creationId="{A3BFE37B-0E65-9106-838F-1EE855122734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37153168" sldId="378"/>
            <ac:spMk id="9229" creationId="{A3163673-A678-C6E1-74F2-AEF04FDB5220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37153168" sldId="378"/>
            <ac:spMk id="9237" creationId="{2A6BB37C-5965-93CE-9028-AE1134BAA4B5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37153168" sldId="378"/>
            <ac:spMk id="10243" creationId="{284BB0A9-7960-A1F2-0067-A2A35A5F7E74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37153168" sldId="378"/>
            <ac:spMk id="10244" creationId="{208B0CEE-ACBA-729A-D043-D707E49FDDB6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37153168" sldId="378"/>
            <ac:spMk id="10247" creationId="{DE0D3E7A-AA07-75D5-39FC-56143394AE11}"/>
          </ac:spMkLst>
        </pc:spChg>
        <pc:picChg chg="del">
          <ac:chgData name="Ricardo Fernandes" userId="cf37fd8b0d3c9e95" providerId="LiveId" clId="{A4F44D94-3E07-43B7-B685-2636B760A42E}" dt="2025-09-30T13:28:24.892" v="13679" actId="478"/>
          <ac:picMkLst>
            <pc:docMk/>
            <pc:sldMk cId="337153168" sldId="378"/>
            <ac:picMk id="6" creationId="{ED4CA0BB-4EA2-1297-4886-DC928863CAE7}"/>
          </ac:picMkLst>
        </pc:picChg>
      </pc:sldChg>
      <pc:sldChg chg="addSp modSp add mod">
        <pc:chgData name="Ricardo Fernandes" userId="cf37fd8b0d3c9e95" providerId="LiveId" clId="{A4F44D94-3E07-43B7-B685-2636B760A42E}" dt="2025-09-30T17:41:45.678" v="18961" actId="790"/>
        <pc:sldMkLst>
          <pc:docMk/>
          <pc:sldMk cId="3608877644" sldId="379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608877644" sldId="379"/>
            <ac:spMk id="2" creationId="{B1CEF61C-DCCA-404B-0698-B2F84B4A3711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608877644" sldId="379"/>
            <ac:spMk id="3" creationId="{A5FD1F6D-3889-2F7B-B0D7-76D84181CE73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608877644" sldId="379"/>
            <ac:spMk id="19" creationId="{9366F5EB-5DCB-20DC-19BA-7F3EB2EBD012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608877644" sldId="379"/>
            <ac:spMk id="9229" creationId="{CCF083DD-F38E-12A9-26B8-46A282515EC3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608877644" sldId="379"/>
            <ac:spMk id="9237" creationId="{A2A31A6C-CF24-5235-D938-BEFE55D8DC1D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608877644" sldId="379"/>
            <ac:spMk id="10243" creationId="{054A5182-C539-A2DC-9900-FCD7D2B615CB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608877644" sldId="379"/>
            <ac:spMk id="10244" creationId="{48E23959-4AB1-1D51-220E-0BF07A010E18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608877644" sldId="379"/>
            <ac:spMk id="10247" creationId="{8DB008C2-21E9-C6B6-EBC9-6B3C7A21E2CC}"/>
          </ac:spMkLst>
        </pc:spChg>
        <pc:picChg chg="add mod">
          <ac:chgData name="Ricardo Fernandes" userId="cf37fd8b0d3c9e95" providerId="LiveId" clId="{A4F44D94-3E07-43B7-B685-2636B760A42E}" dt="2025-09-30T13:33:12.474" v="14152" actId="1076"/>
          <ac:picMkLst>
            <pc:docMk/>
            <pc:sldMk cId="3608877644" sldId="379"/>
            <ac:picMk id="6" creationId="{9031F79D-530F-FCF0-EB4C-F7908D963FEA}"/>
          </ac:picMkLst>
        </pc:picChg>
        <pc:picChg chg="add mod">
          <ac:chgData name="Ricardo Fernandes" userId="cf37fd8b0d3c9e95" providerId="LiveId" clId="{A4F44D94-3E07-43B7-B685-2636B760A42E}" dt="2025-09-30T13:34:18.058" v="14257" actId="1076"/>
          <ac:picMkLst>
            <pc:docMk/>
            <pc:sldMk cId="3608877644" sldId="379"/>
            <ac:picMk id="10" creationId="{0DD749F2-F3D0-CADE-B31D-D31C8F25440A}"/>
          </ac:picMkLst>
        </pc:picChg>
      </pc:sldChg>
      <pc:sldChg chg="addSp delSp modSp add mod">
        <pc:chgData name="Ricardo Fernandes" userId="cf37fd8b0d3c9e95" providerId="LiveId" clId="{A4F44D94-3E07-43B7-B685-2636B760A42E}" dt="2025-09-30T17:41:45.678" v="18961" actId="790"/>
        <pc:sldMkLst>
          <pc:docMk/>
          <pc:sldMk cId="3195653304" sldId="380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195653304" sldId="380"/>
            <ac:spMk id="2" creationId="{0C6862AF-36BE-5C09-926D-9BB731353193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195653304" sldId="380"/>
            <ac:spMk id="3" creationId="{9A483778-5306-9904-622B-91402272A85D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195653304" sldId="380"/>
            <ac:spMk id="19" creationId="{7FC10918-BF90-CEE3-0129-06934596081C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195653304" sldId="380"/>
            <ac:spMk id="9229" creationId="{5765FAEC-E527-0C7A-44A0-0CA31AB058E2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195653304" sldId="380"/>
            <ac:spMk id="9237" creationId="{9154B4B1-EC41-C458-C578-2408F8D06FAA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195653304" sldId="380"/>
            <ac:spMk id="10243" creationId="{01103E9F-9E6C-215A-9651-F0734215B913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195653304" sldId="380"/>
            <ac:spMk id="10244" creationId="{3976FF0C-D235-DCBA-49F2-09D7E1898347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195653304" sldId="380"/>
            <ac:spMk id="10247" creationId="{8DDAF8E0-38B8-321A-2E6B-170AAE88A5F9}"/>
          </ac:spMkLst>
        </pc:spChg>
        <pc:picChg chg="del">
          <ac:chgData name="Ricardo Fernandes" userId="cf37fd8b0d3c9e95" providerId="LiveId" clId="{A4F44D94-3E07-43B7-B685-2636B760A42E}" dt="2025-09-30T13:34:33.033" v="14272" actId="478"/>
          <ac:picMkLst>
            <pc:docMk/>
            <pc:sldMk cId="3195653304" sldId="380"/>
            <ac:picMk id="6" creationId="{451AC85B-21DB-594F-9974-75729A1A78F0}"/>
          </ac:picMkLst>
        </pc:picChg>
        <pc:picChg chg="add mod">
          <ac:chgData name="Ricardo Fernandes" userId="cf37fd8b0d3c9e95" providerId="LiveId" clId="{A4F44D94-3E07-43B7-B685-2636B760A42E}" dt="2025-09-30T16:28:40.121" v="14619" actId="1076"/>
          <ac:picMkLst>
            <pc:docMk/>
            <pc:sldMk cId="3195653304" sldId="380"/>
            <ac:picMk id="6" creationId="{F7A97932-E5A7-7E3E-7C10-2E768BC7338F}"/>
          </ac:picMkLst>
        </pc:picChg>
        <pc:picChg chg="del">
          <ac:chgData name="Ricardo Fernandes" userId="cf37fd8b0d3c9e95" providerId="LiveId" clId="{A4F44D94-3E07-43B7-B685-2636B760A42E}" dt="2025-09-30T13:34:33.479" v="14273" actId="478"/>
          <ac:picMkLst>
            <pc:docMk/>
            <pc:sldMk cId="3195653304" sldId="380"/>
            <ac:picMk id="10" creationId="{D8C051E2-B05D-1B45-9E0B-390FD43E5972}"/>
          </ac:picMkLst>
        </pc:picChg>
      </pc:sldChg>
      <pc:sldChg chg="addSp delSp modSp add mod">
        <pc:chgData name="Ricardo Fernandes" userId="cf37fd8b0d3c9e95" providerId="LiveId" clId="{A4F44D94-3E07-43B7-B685-2636B760A42E}" dt="2025-09-30T17:41:45.678" v="18961" actId="790"/>
        <pc:sldMkLst>
          <pc:docMk/>
          <pc:sldMk cId="4139637126" sldId="381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4139637126" sldId="381"/>
            <ac:spMk id="2" creationId="{7DDF2467-42EA-0714-D10A-1EECF6D12047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4139637126" sldId="381"/>
            <ac:spMk id="3" creationId="{43B84AD9-A1B2-0409-B9EF-5D00815698DB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4139637126" sldId="381"/>
            <ac:spMk id="19" creationId="{FB42F106-3E79-C766-AFA9-35245286010D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4139637126" sldId="381"/>
            <ac:spMk id="9229" creationId="{FF36B1EA-8D54-388D-BA40-4909B573D233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4139637126" sldId="381"/>
            <ac:spMk id="9237" creationId="{9FB4C797-81AE-1D07-2FD0-58B2CC0DF3CE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4139637126" sldId="381"/>
            <ac:spMk id="10243" creationId="{9061C237-63A1-AD5C-2652-C519874D056B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4139637126" sldId="381"/>
            <ac:spMk id="10244" creationId="{633BCA01-FE95-1295-3ED2-54AB3B147FDC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4139637126" sldId="381"/>
            <ac:spMk id="10247" creationId="{38D3DD0A-FAB9-649D-806B-CF46DF725F50}"/>
          </ac:spMkLst>
        </pc:spChg>
        <pc:picChg chg="del">
          <ac:chgData name="Ricardo Fernandes" userId="cf37fd8b0d3c9e95" providerId="LiveId" clId="{A4F44D94-3E07-43B7-B685-2636B760A42E}" dt="2025-09-30T16:28:54.176" v="14625" actId="478"/>
          <ac:picMkLst>
            <pc:docMk/>
            <pc:sldMk cId="4139637126" sldId="381"/>
            <ac:picMk id="6" creationId="{4FDA7316-FEA7-DC85-D73C-F59A3B2BB558}"/>
          </ac:picMkLst>
        </pc:picChg>
        <pc:picChg chg="add mod">
          <ac:chgData name="Ricardo Fernandes" userId="cf37fd8b0d3c9e95" providerId="LiveId" clId="{A4F44D94-3E07-43B7-B685-2636B760A42E}" dt="2025-09-30T16:29:10.877" v="14628" actId="1076"/>
          <ac:picMkLst>
            <pc:docMk/>
            <pc:sldMk cId="4139637126" sldId="381"/>
            <ac:picMk id="8" creationId="{59FA33CE-7F3E-B34F-A0DD-F61AAFAC9BCC}"/>
          </ac:picMkLst>
        </pc:picChg>
      </pc:sldChg>
      <pc:sldChg chg="addSp delSp modSp add mod">
        <pc:chgData name="Ricardo Fernandes" userId="cf37fd8b0d3c9e95" providerId="LiveId" clId="{A4F44D94-3E07-43B7-B685-2636B760A42E}" dt="2025-09-30T17:41:45.678" v="18961" actId="790"/>
        <pc:sldMkLst>
          <pc:docMk/>
          <pc:sldMk cId="443384004" sldId="382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443384004" sldId="382"/>
            <ac:spMk id="2" creationId="{EE3973BD-136E-BDB8-49D4-BF7CEAD51C62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443384004" sldId="382"/>
            <ac:spMk id="3" creationId="{B8C71875-2843-8D58-1825-0594B0E53619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443384004" sldId="382"/>
            <ac:spMk id="19" creationId="{1EE697D4-160D-0A01-7FEE-9AA4934F3EBB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443384004" sldId="382"/>
            <ac:spMk id="9229" creationId="{C95858B1-DDFF-7877-AE9F-2E876FCBD11E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443384004" sldId="382"/>
            <ac:spMk id="9237" creationId="{D864F40D-0B31-C13E-0D6B-9152B6F8320A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443384004" sldId="382"/>
            <ac:spMk id="10243" creationId="{552E3E23-FB17-5404-F5B1-BE0777EDF3C4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443384004" sldId="382"/>
            <ac:spMk id="10244" creationId="{5413C762-9983-E297-4162-451B17A948D3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443384004" sldId="382"/>
            <ac:spMk id="10247" creationId="{BE37C051-8C6B-1269-6E39-C27624E14CFD}"/>
          </ac:spMkLst>
        </pc:spChg>
        <pc:picChg chg="add mod">
          <ac:chgData name="Ricardo Fernandes" userId="cf37fd8b0d3c9e95" providerId="LiveId" clId="{A4F44D94-3E07-43B7-B685-2636B760A42E}" dt="2025-09-30T16:30:03.186" v="14643" actId="1076"/>
          <ac:picMkLst>
            <pc:docMk/>
            <pc:sldMk cId="443384004" sldId="382"/>
            <ac:picMk id="6" creationId="{E9F69500-513C-5014-8150-3BA38F337902}"/>
          </ac:picMkLst>
        </pc:picChg>
        <pc:picChg chg="del">
          <ac:chgData name="Ricardo Fernandes" userId="cf37fd8b0d3c9e95" providerId="LiveId" clId="{A4F44D94-3E07-43B7-B685-2636B760A42E}" dt="2025-09-30T16:29:20.597" v="14640" actId="478"/>
          <ac:picMkLst>
            <pc:docMk/>
            <pc:sldMk cId="443384004" sldId="382"/>
            <ac:picMk id="8" creationId="{8EE9ADB5-887E-CEB3-7961-B38C9CF84666}"/>
          </ac:picMkLst>
        </pc:picChg>
      </pc:sldChg>
      <pc:sldChg chg="delSp modSp add mod">
        <pc:chgData name="Ricardo Fernandes" userId="cf37fd8b0d3c9e95" providerId="LiveId" clId="{A4F44D94-3E07-43B7-B685-2636B760A42E}" dt="2025-09-30T17:41:45.678" v="18961" actId="790"/>
        <pc:sldMkLst>
          <pc:docMk/>
          <pc:sldMk cId="1049292222" sldId="383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049292222" sldId="383"/>
            <ac:spMk id="2" creationId="{82E6029E-F8BB-B1AF-36EA-93E89BCAD963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049292222" sldId="383"/>
            <ac:spMk id="3" creationId="{75A4ABEB-9A28-DCBE-4C7C-9049706D0AB0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049292222" sldId="383"/>
            <ac:spMk id="19" creationId="{A553C233-46E6-7728-D34E-2EAAE317A807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049292222" sldId="383"/>
            <ac:spMk id="9229" creationId="{BD20D23D-615E-BA44-17F4-5B079A509062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049292222" sldId="383"/>
            <ac:spMk id="9237" creationId="{DDC84C8F-99A7-7E9F-ADBE-BAE285421766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049292222" sldId="383"/>
            <ac:spMk id="10243" creationId="{4F9529F1-B6D6-BE99-99D5-827C0516F693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049292222" sldId="383"/>
            <ac:spMk id="10244" creationId="{59D51BAD-C602-85A6-9485-CBDE58F7AB37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049292222" sldId="383"/>
            <ac:spMk id="10247" creationId="{ADFEEB5F-A085-8E11-680E-DC9992AA9F81}"/>
          </ac:spMkLst>
        </pc:spChg>
        <pc:picChg chg="del">
          <ac:chgData name="Ricardo Fernandes" userId="cf37fd8b0d3c9e95" providerId="LiveId" clId="{A4F44D94-3E07-43B7-B685-2636B760A42E}" dt="2025-09-30T16:30:06.821" v="14645" actId="478"/>
          <ac:picMkLst>
            <pc:docMk/>
            <pc:sldMk cId="1049292222" sldId="383"/>
            <ac:picMk id="6" creationId="{766EA60F-0BFE-6417-AAC4-31908CEF0D4A}"/>
          </ac:picMkLst>
        </pc:picChg>
      </pc:sldChg>
      <pc:sldChg chg="addSp modSp add mod">
        <pc:chgData name="Ricardo Fernandes" userId="cf37fd8b0d3c9e95" providerId="LiveId" clId="{A4F44D94-3E07-43B7-B685-2636B760A42E}" dt="2025-09-30T17:41:45.678" v="18961" actId="790"/>
        <pc:sldMkLst>
          <pc:docMk/>
          <pc:sldMk cId="3574689077" sldId="384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574689077" sldId="384"/>
            <ac:spMk id="2" creationId="{FD34497A-05EB-AC6B-022B-F0167A74C3B1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574689077" sldId="384"/>
            <ac:spMk id="3" creationId="{B22646E4-93C7-FA49-54F7-C9B4FD8C3E43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574689077" sldId="384"/>
            <ac:spMk id="19" creationId="{9831FF32-6376-8163-853F-F38DF2ADA8FA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574689077" sldId="384"/>
            <ac:spMk id="9229" creationId="{ABA973F2-88CB-EF82-4CA5-C36495E10CAE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574689077" sldId="384"/>
            <ac:spMk id="9237" creationId="{6109D94F-2297-88F3-0DB0-A633FDCC8BC3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574689077" sldId="384"/>
            <ac:spMk id="10243" creationId="{682D525F-83F9-B6E3-BDFC-A36175A8E17B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574689077" sldId="384"/>
            <ac:spMk id="10244" creationId="{80C395DE-4955-1290-1107-A47F0CFF0D17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574689077" sldId="384"/>
            <ac:spMk id="10247" creationId="{63127F0B-BE40-4F8C-3F44-17C147D8DB2E}"/>
          </ac:spMkLst>
        </pc:spChg>
        <pc:picChg chg="add mod">
          <ac:chgData name="Ricardo Fernandes" userId="cf37fd8b0d3c9e95" providerId="LiveId" clId="{A4F44D94-3E07-43B7-B685-2636B760A42E}" dt="2025-09-30T16:33:50.836" v="14967" actId="1076"/>
          <ac:picMkLst>
            <pc:docMk/>
            <pc:sldMk cId="3574689077" sldId="384"/>
            <ac:picMk id="6" creationId="{772F5F4C-6722-AD0A-7007-B444ABC4898D}"/>
          </ac:picMkLst>
        </pc:picChg>
      </pc:sldChg>
      <pc:sldChg chg="addSp delSp modSp add mod ord">
        <pc:chgData name="Ricardo Fernandes" userId="cf37fd8b0d3c9e95" providerId="LiveId" clId="{A4F44D94-3E07-43B7-B685-2636B760A42E}" dt="2025-09-30T17:41:45.678" v="18961" actId="790"/>
        <pc:sldMkLst>
          <pc:docMk/>
          <pc:sldMk cId="1836806078" sldId="385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836806078" sldId="385"/>
            <ac:spMk id="2" creationId="{4A8775F7-FD80-ECF7-3A4E-54BC78B0FE3D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836806078" sldId="385"/>
            <ac:spMk id="3" creationId="{F95B4BE3-71DB-E07F-AFC0-DD780C456082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836806078" sldId="385"/>
            <ac:spMk id="19" creationId="{F1C36E20-6597-C1BC-375A-42B0E2740C37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836806078" sldId="385"/>
            <ac:spMk id="9229" creationId="{6C08A6D9-EED5-44E0-CB64-A19A40D02963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836806078" sldId="385"/>
            <ac:spMk id="9237" creationId="{B7B3D6C2-A01F-14F8-40D4-364EF4A4BA43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836806078" sldId="385"/>
            <ac:spMk id="10243" creationId="{CAD51928-1526-44BE-CFF7-DB084A362C4E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836806078" sldId="385"/>
            <ac:spMk id="10244" creationId="{EBCC86C0-8AA4-5EC5-287D-57C55CA8A12F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836806078" sldId="385"/>
            <ac:spMk id="10247" creationId="{12BB2BAD-4A8D-43FC-2C52-B035CD4990CD}"/>
          </ac:spMkLst>
        </pc:spChg>
        <pc:picChg chg="del">
          <ac:chgData name="Ricardo Fernandes" userId="cf37fd8b0d3c9e95" providerId="LiveId" clId="{A4F44D94-3E07-43B7-B685-2636B760A42E}" dt="2025-09-30T16:35:41.045" v="14970" actId="478"/>
          <ac:picMkLst>
            <pc:docMk/>
            <pc:sldMk cId="1836806078" sldId="385"/>
            <ac:picMk id="6" creationId="{63915AB9-B3FD-DF88-FDFA-EB45DE8E80A4}"/>
          </ac:picMkLst>
        </pc:picChg>
        <pc:picChg chg="add del mod">
          <ac:chgData name="Ricardo Fernandes" userId="cf37fd8b0d3c9e95" providerId="LiveId" clId="{A4F44D94-3E07-43B7-B685-2636B760A42E}" dt="2025-09-30T16:37:08.618" v="15091" actId="478"/>
          <ac:picMkLst>
            <pc:docMk/>
            <pc:sldMk cId="1836806078" sldId="385"/>
            <ac:picMk id="8" creationId="{E1EA793F-921B-7D8F-2AE9-7E7CC55886EF}"/>
          </ac:picMkLst>
        </pc:picChg>
      </pc:sldChg>
      <pc:sldChg chg="addSp delSp modSp add mod">
        <pc:chgData name="Ricardo Fernandes" userId="cf37fd8b0d3c9e95" providerId="LiveId" clId="{A4F44D94-3E07-43B7-B685-2636B760A42E}" dt="2025-09-30T17:41:45.678" v="18961" actId="790"/>
        <pc:sldMkLst>
          <pc:docMk/>
          <pc:sldMk cId="1277726904" sldId="386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277726904" sldId="386"/>
            <ac:spMk id="2" creationId="{6AD9516F-84CE-6A3B-D3CE-F2C78585781D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277726904" sldId="386"/>
            <ac:spMk id="3" creationId="{14E9C1AA-5656-F34F-2BDF-88B155FB053A}"/>
          </ac:spMkLst>
        </pc:spChg>
        <pc:spChg chg="add del">
          <ac:chgData name="Ricardo Fernandes" userId="cf37fd8b0d3c9e95" providerId="LiveId" clId="{A4F44D94-3E07-43B7-B685-2636B760A42E}" dt="2025-09-30T16:39:07.406" v="15262" actId="22"/>
          <ac:spMkLst>
            <pc:docMk/>
            <pc:sldMk cId="1277726904" sldId="386"/>
            <ac:spMk id="6" creationId="{2E532DCD-6009-54F4-35C5-5AA57D315360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277726904" sldId="386"/>
            <ac:spMk id="19" creationId="{EC1CF4B4-C0ED-6144-5B0F-F74CC2DB1BD7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277726904" sldId="386"/>
            <ac:spMk id="9229" creationId="{19D254FC-FCC5-860C-5277-6DCD58366FA3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277726904" sldId="386"/>
            <ac:spMk id="9237" creationId="{87896142-A9EE-7153-22FC-71963B8440E6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277726904" sldId="386"/>
            <ac:spMk id="10243" creationId="{1ED61C2E-1543-B764-F99B-2207885C41E1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277726904" sldId="386"/>
            <ac:spMk id="10244" creationId="{897FA0DB-FFD4-E844-F28C-72CDFAD48F6E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277726904" sldId="386"/>
            <ac:spMk id="10247" creationId="{CAC1DCBD-D574-9180-D694-6510B6756F2A}"/>
          </ac:spMkLst>
        </pc:spChg>
        <pc:picChg chg="add mod">
          <ac:chgData name="Ricardo Fernandes" userId="cf37fd8b0d3c9e95" providerId="LiveId" clId="{A4F44D94-3E07-43B7-B685-2636B760A42E}" dt="2025-09-30T16:39:20.062" v="15265" actId="1076"/>
          <ac:picMkLst>
            <pc:docMk/>
            <pc:sldMk cId="1277726904" sldId="386"/>
            <ac:picMk id="10" creationId="{9CB3AB52-9737-1065-DE31-D5B8236DB987}"/>
          </ac:picMkLst>
        </pc:picChg>
      </pc:sldChg>
      <pc:sldChg chg="addSp delSp modSp add mod">
        <pc:chgData name="Ricardo Fernandes" userId="cf37fd8b0d3c9e95" providerId="LiveId" clId="{A4F44D94-3E07-43B7-B685-2636B760A42E}" dt="2025-09-30T17:41:45.678" v="18961" actId="790"/>
        <pc:sldMkLst>
          <pc:docMk/>
          <pc:sldMk cId="692483030" sldId="387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692483030" sldId="387"/>
            <ac:spMk id="2" creationId="{6632D577-EFB5-0396-B391-C669964C977C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692483030" sldId="387"/>
            <ac:spMk id="3" creationId="{5C57DC7E-4044-D99A-419F-5102E20D32E1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692483030" sldId="387"/>
            <ac:spMk id="19" creationId="{34099228-A031-F3F5-909B-9D53898C74B6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692483030" sldId="387"/>
            <ac:spMk id="9229" creationId="{537EBD34-C7EB-831C-679D-B61CD403AF23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692483030" sldId="387"/>
            <ac:spMk id="9237" creationId="{03C10FF6-2631-0691-428D-511BA2C33A15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692483030" sldId="387"/>
            <ac:spMk id="10243" creationId="{4395B6B1-1746-8375-A5FC-51E85A9E48AA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692483030" sldId="387"/>
            <ac:spMk id="10244" creationId="{BB40F836-E04D-DD34-F5EA-1A8BF68CE5F5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692483030" sldId="387"/>
            <ac:spMk id="10247" creationId="{0A6F33A3-F8C7-63B5-A8A5-65D5ABAC68EA}"/>
          </ac:spMkLst>
        </pc:spChg>
        <pc:picChg chg="add mod">
          <ac:chgData name="Ricardo Fernandes" userId="cf37fd8b0d3c9e95" providerId="LiveId" clId="{A4F44D94-3E07-43B7-B685-2636B760A42E}" dt="2025-09-30T16:44:13.213" v="15579" actId="1076"/>
          <ac:picMkLst>
            <pc:docMk/>
            <pc:sldMk cId="692483030" sldId="387"/>
            <ac:picMk id="6" creationId="{6A0AEE6C-B7E5-E55B-7608-C627CF67D8A5}"/>
          </ac:picMkLst>
        </pc:picChg>
        <pc:picChg chg="del">
          <ac:chgData name="Ricardo Fernandes" userId="cf37fd8b0d3c9e95" providerId="LiveId" clId="{A4F44D94-3E07-43B7-B685-2636B760A42E}" dt="2025-09-30T16:44:03.048" v="15576" actId="478"/>
          <ac:picMkLst>
            <pc:docMk/>
            <pc:sldMk cId="692483030" sldId="387"/>
            <ac:picMk id="10" creationId="{746A6975-7A96-88E3-57A5-BB743F727CFE}"/>
          </ac:picMkLst>
        </pc:picChg>
      </pc:sldChg>
      <pc:sldChg chg="addSp delSp modSp add mod">
        <pc:chgData name="Ricardo Fernandes" userId="cf37fd8b0d3c9e95" providerId="LiveId" clId="{A4F44D94-3E07-43B7-B685-2636B760A42E}" dt="2025-09-30T17:41:45.678" v="18961" actId="790"/>
        <pc:sldMkLst>
          <pc:docMk/>
          <pc:sldMk cId="985358220" sldId="388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985358220" sldId="388"/>
            <ac:spMk id="2" creationId="{9E27F900-A2DD-681D-8AEC-D8E59DAE8659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985358220" sldId="388"/>
            <ac:spMk id="3" creationId="{BE001D87-CAC0-1EF4-CD8F-160A8F11A516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985358220" sldId="388"/>
            <ac:spMk id="19" creationId="{BEB7C0C3-F3CB-0C65-AD2C-1DB12DE468BF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985358220" sldId="388"/>
            <ac:spMk id="9229" creationId="{79E8094B-6CBD-0363-34AB-20ED77A401D2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985358220" sldId="388"/>
            <ac:spMk id="9237" creationId="{F8D6A413-B467-D62A-724C-164A6CEF9111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985358220" sldId="388"/>
            <ac:spMk id="10243" creationId="{65EED7DE-719C-8E2C-A94A-ABBDE6811798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985358220" sldId="388"/>
            <ac:spMk id="10244" creationId="{6582675E-CE11-3829-B300-E5B39A9B41A5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985358220" sldId="388"/>
            <ac:spMk id="10247" creationId="{76528FB4-7419-68A6-50C6-0CEC44D1479C}"/>
          </ac:spMkLst>
        </pc:spChg>
        <pc:picChg chg="del">
          <ac:chgData name="Ricardo Fernandes" userId="cf37fd8b0d3c9e95" providerId="LiveId" clId="{A4F44D94-3E07-43B7-B685-2636B760A42E}" dt="2025-09-30T16:44:16.251" v="15581" actId="478"/>
          <ac:picMkLst>
            <pc:docMk/>
            <pc:sldMk cId="985358220" sldId="388"/>
            <ac:picMk id="6" creationId="{73450FC5-B512-0CD8-C5B2-0CDA675E37AA}"/>
          </ac:picMkLst>
        </pc:picChg>
        <pc:picChg chg="add mod">
          <ac:chgData name="Ricardo Fernandes" userId="cf37fd8b0d3c9e95" providerId="LiveId" clId="{A4F44D94-3E07-43B7-B685-2636B760A42E}" dt="2025-09-30T16:44:27.506" v="15590" actId="1076"/>
          <ac:picMkLst>
            <pc:docMk/>
            <pc:sldMk cId="985358220" sldId="388"/>
            <ac:picMk id="8" creationId="{4514DA8F-2E18-D530-C678-2D9845B31E8B}"/>
          </ac:picMkLst>
        </pc:picChg>
      </pc:sldChg>
      <pc:sldChg chg="addSp delSp modSp add mod">
        <pc:chgData name="Ricardo Fernandes" userId="cf37fd8b0d3c9e95" providerId="LiveId" clId="{A4F44D94-3E07-43B7-B685-2636B760A42E}" dt="2025-09-30T17:41:45.678" v="18961" actId="790"/>
        <pc:sldMkLst>
          <pc:docMk/>
          <pc:sldMk cId="2466784633" sldId="389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466784633" sldId="389"/>
            <ac:spMk id="2" creationId="{13E4CAE8-AF4F-E10D-9E98-F4FF4F3E3BC6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466784633" sldId="389"/>
            <ac:spMk id="3" creationId="{9D5966C7-8A78-1368-12EE-AB1C73F5FF9D}"/>
          </ac:spMkLst>
        </pc:spChg>
        <pc:spChg chg="add del">
          <ac:chgData name="Ricardo Fernandes" userId="cf37fd8b0d3c9e95" providerId="LiveId" clId="{A4F44D94-3E07-43B7-B685-2636B760A42E}" dt="2025-09-30T17:00:16.745" v="15769" actId="22"/>
          <ac:spMkLst>
            <pc:docMk/>
            <pc:sldMk cId="2466784633" sldId="389"/>
            <ac:spMk id="6" creationId="{15CE6778-F9A8-54D5-7A50-D7DF4148F283}"/>
          </ac:spMkLst>
        </pc:spChg>
        <pc:spChg chg="add del">
          <ac:chgData name="Ricardo Fernandes" userId="cf37fd8b0d3c9e95" providerId="LiveId" clId="{A4F44D94-3E07-43B7-B685-2636B760A42E}" dt="2025-09-30T17:00:18.278" v="15771" actId="22"/>
          <ac:spMkLst>
            <pc:docMk/>
            <pc:sldMk cId="2466784633" sldId="389"/>
            <ac:spMk id="11" creationId="{09C8D576-84AC-F1FB-06A6-B04E06D5D563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466784633" sldId="389"/>
            <ac:spMk id="19" creationId="{44BD8A91-E4C8-D4E3-345C-4299FD2A157F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466784633" sldId="389"/>
            <ac:spMk id="9229" creationId="{8E7EFBB9-8A9D-3925-F97C-26C9C467615C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466784633" sldId="389"/>
            <ac:spMk id="9237" creationId="{2F4C6C13-86B6-239A-44D7-4BF5D2987DD8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466784633" sldId="389"/>
            <ac:spMk id="10243" creationId="{95173186-4357-3877-10EA-4A2A669C556A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466784633" sldId="389"/>
            <ac:spMk id="10244" creationId="{2A9425D2-57F9-DBEB-9950-25344CBCCDED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466784633" sldId="389"/>
            <ac:spMk id="10247" creationId="{B8BB9A4C-1A07-224A-1A97-BDCCF339E6B7}"/>
          </ac:spMkLst>
        </pc:spChg>
        <pc:picChg chg="del">
          <ac:chgData name="Ricardo Fernandes" userId="cf37fd8b0d3c9e95" providerId="LiveId" clId="{A4F44D94-3E07-43B7-B685-2636B760A42E}" dt="2025-09-30T17:00:14.092" v="15767" actId="478"/>
          <ac:picMkLst>
            <pc:docMk/>
            <pc:sldMk cId="2466784633" sldId="389"/>
            <ac:picMk id="8" creationId="{AA99D41D-1A5D-093D-5AB7-2147980C11F9}"/>
          </ac:picMkLst>
        </pc:picChg>
        <pc:picChg chg="add del mod">
          <ac:chgData name="Ricardo Fernandes" userId="cf37fd8b0d3c9e95" providerId="LiveId" clId="{A4F44D94-3E07-43B7-B685-2636B760A42E}" dt="2025-09-30T17:01:13.817" v="15775" actId="478"/>
          <ac:picMkLst>
            <pc:docMk/>
            <pc:sldMk cId="2466784633" sldId="389"/>
            <ac:picMk id="14" creationId="{3D16B62E-79BC-EF3A-02CD-A1AD40313844}"/>
          </ac:picMkLst>
        </pc:picChg>
        <pc:picChg chg="add del mod">
          <ac:chgData name="Ricardo Fernandes" userId="cf37fd8b0d3c9e95" providerId="LiveId" clId="{A4F44D94-3E07-43B7-B685-2636B760A42E}" dt="2025-09-30T17:04:17.121" v="16058" actId="478"/>
          <ac:picMkLst>
            <pc:docMk/>
            <pc:sldMk cId="2466784633" sldId="389"/>
            <ac:picMk id="16" creationId="{448AFBE7-8BFD-DE38-E86C-D9AE0E76DC2A}"/>
          </ac:picMkLst>
        </pc:picChg>
        <pc:picChg chg="add mod">
          <ac:chgData name="Ricardo Fernandes" userId="cf37fd8b0d3c9e95" providerId="LiveId" clId="{A4F44D94-3E07-43B7-B685-2636B760A42E}" dt="2025-09-30T17:04:20.729" v="16061" actId="1076"/>
          <ac:picMkLst>
            <pc:docMk/>
            <pc:sldMk cId="2466784633" sldId="389"/>
            <ac:picMk id="18" creationId="{FCAE9EF2-16A2-3666-6A91-50AEEC06B5D9}"/>
          </ac:picMkLst>
        </pc:picChg>
        <pc:picChg chg="add mod">
          <ac:chgData name="Ricardo Fernandes" userId="cf37fd8b0d3c9e95" providerId="LiveId" clId="{A4F44D94-3E07-43B7-B685-2636B760A42E}" dt="2025-09-30T17:04:23.557" v="16062" actId="1076"/>
          <ac:picMkLst>
            <pc:docMk/>
            <pc:sldMk cId="2466784633" sldId="389"/>
            <ac:picMk id="21" creationId="{5627866B-A3CA-7C1B-8076-863345ED286E}"/>
          </ac:picMkLst>
        </pc:picChg>
      </pc:sldChg>
      <pc:sldChg chg="addSp modSp add mod">
        <pc:chgData name="Ricardo Fernandes" userId="cf37fd8b0d3c9e95" providerId="LiveId" clId="{A4F44D94-3E07-43B7-B685-2636B760A42E}" dt="2025-09-30T17:41:45.678" v="18961" actId="790"/>
        <pc:sldMkLst>
          <pc:docMk/>
          <pc:sldMk cId="2658041137" sldId="390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658041137" sldId="390"/>
            <ac:spMk id="2" creationId="{C9E3BED9-7FA6-DEF8-3333-E94E08679660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658041137" sldId="390"/>
            <ac:spMk id="3" creationId="{AD2C16C0-4157-5230-FC18-DDD7760C1905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658041137" sldId="390"/>
            <ac:spMk id="19" creationId="{87EFC76D-352D-1103-BBFA-DBDC7317EA91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658041137" sldId="390"/>
            <ac:spMk id="9229" creationId="{8EAA591B-E695-8845-A45D-37F375BC6E86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658041137" sldId="390"/>
            <ac:spMk id="9237" creationId="{C3780C59-DC5D-B215-CFED-A7670B3D0761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658041137" sldId="390"/>
            <ac:spMk id="10243" creationId="{B2FBED87-73C1-F406-8CB6-B5AE13416E9B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658041137" sldId="390"/>
            <ac:spMk id="10244" creationId="{53F9F8BB-2853-21CE-442D-66AD27F44DD6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658041137" sldId="390"/>
            <ac:spMk id="10247" creationId="{881C8779-4DA8-0435-2894-6D5C51D8FC17}"/>
          </ac:spMkLst>
        </pc:spChg>
        <pc:picChg chg="add mod">
          <ac:chgData name="Ricardo Fernandes" userId="cf37fd8b0d3c9e95" providerId="LiveId" clId="{A4F44D94-3E07-43B7-B685-2636B760A42E}" dt="2025-09-30T17:02:44.425" v="16035" actId="14100"/>
          <ac:picMkLst>
            <pc:docMk/>
            <pc:sldMk cId="2658041137" sldId="390"/>
            <ac:picMk id="6" creationId="{9A853271-EC05-BF82-CD7E-9D24D81350AC}"/>
          </ac:picMkLst>
        </pc:picChg>
      </pc:sldChg>
      <pc:sldChg chg="addSp delSp modSp add mod">
        <pc:chgData name="Ricardo Fernandes" userId="cf37fd8b0d3c9e95" providerId="LiveId" clId="{A4F44D94-3E07-43B7-B685-2636B760A42E}" dt="2025-09-30T17:41:45.678" v="18961" actId="790"/>
        <pc:sldMkLst>
          <pc:docMk/>
          <pc:sldMk cId="2331541825" sldId="391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331541825" sldId="391"/>
            <ac:spMk id="2" creationId="{580EDAD6-563B-9198-6B13-70D555612A2C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331541825" sldId="391"/>
            <ac:spMk id="3" creationId="{09A32AED-42DC-A63F-6FB7-7DD54849C36F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331541825" sldId="391"/>
            <ac:spMk id="19" creationId="{69B39FB2-838D-072F-E759-0A90D7301112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331541825" sldId="391"/>
            <ac:spMk id="9229" creationId="{D83D821D-480B-4389-08B5-52D9354AD5DC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331541825" sldId="391"/>
            <ac:spMk id="9237" creationId="{01ECADCE-A9CC-6764-7D57-20A4F0BF842D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331541825" sldId="391"/>
            <ac:spMk id="10243" creationId="{3CF1FC1A-A60B-CDF1-6DDE-AFD0E55A2E52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331541825" sldId="391"/>
            <ac:spMk id="10244" creationId="{3F672B13-5E25-1538-8809-7DBBFD90AFAB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331541825" sldId="391"/>
            <ac:spMk id="10247" creationId="{7F803B86-4E0C-8E58-9FA4-4C291E33AD13}"/>
          </ac:spMkLst>
        </pc:spChg>
        <pc:picChg chg="del">
          <ac:chgData name="Ricardo Fernandes" userId="cf37fd8b0d3c9e95" providerId="LiveId" clId="{A4F44D94-3E07-43B7-B685-2636B760A42E}" dt="2025-09-30T17:04:39.746" v="16071" actId="478"/>
          <ac:picMkLst>
            <pc:docMk/>
            <pc:sldMk cId="2331541825" sldId="391"/>
            <ac:picMk id="6" creationId="{51CB11A9-FFAC-CE0B-A4ED-1FB90E9082D0}"/>
          </ac:picMkLst>
        </pc:picChg>
        <pc:picChg chg="add">
          <ac:chgData name="Ricardo Fernandes" userId="cf37fd8b0d3c9e95" providerId="LiveId" clId="{A4F44D94-3E07-43B7-B685-2636B760A42E}" dt="2025-09-30T17:05:42.303" v="16072" actId="22"/>
          <ac:picMkLst>
            <pc:docMk/>
            <pc:sldMk cId="2331541825" sldId="391"/>
            <ac:picMk id="8" creationId="{9209FE99-68A3-964C-5043-2D098B9B6C69}"/>
          </ac:picMkLst>
        </pc:picChg>
      </pc:sldChg>
      <pc:sldChg chg="delSp modSp add mod">
        <pc:chgData name="Ricardo Fernandes" userId="cf37fd8b0d3c9e95" providerId="LiveId" clId="{A4F44D94-3E07-43B7-B685-2636B760A42E}" dt="2025-09-30T17:41:45.678" v="18961" actId="790"/>
        <pc:sldMkLst>
          <pc:docMk/>
          <pc:sldMk cId="2308267390" sldId="392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308267390" sldId="392"/>
            <ac:spMk id="2" creationId="{89B95E3D-C1CF-A0CD-24BB-91468C4C941F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308267390" sldId="392"/>
            <ac:spMk id="3" creationId="{80549872-E257-583E-A118-3E7C2AC23BC5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308267390" sldId="392"/>
            <ac:spMk id="19" creationId="{88110887-7E36-556C-20AD-4C06D646299B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308267390" sldId="392"/>
            <ac:spMk id="9229" creationId="{979D2A62-06EE-C4FC-CFE6-8359B9620F82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308267390" sldId="392"/>
            <ac:spMk id="9237" creationId="{BCCD93F6-03C0-5ABB-4DE1-301D92EA067D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308267390" sldId="392"/>
            <ac:spMk id="10243" creationId="{20645C9B-D77B-83DA-47CA-E9FBFD2A556A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308267390" sldId="392"/>
            <ac:spMk id="10244" creationId="{205C4314-478E-FE69-7981-2ADD11D21DFA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308267390" sldId="392"/>
            <ac:spMk id="10247" creationId="{3C6F8B1A-1D5E-50C3-F3D2-B6D23A50FFB4}"/>
          </ac:spMkLst>
        </pc:spChg>
        <pc:picChg chg="del">
          <ac:chgData name="Ricardo Fernandes" userId="cf37fd8b0d3c9e95" providerId="LiveId" clId="{A4F44D94-3E07-43B7-B685-2636B760A42E}" dt="2025-09-30T17:07:23.699" v="16110" actId="478"/>
          <ac:picMkLst>
            <pc:docMk/>
            <pc:sldMk cId="2308267390" sldId="392"/>
            <ac:picMk id="8" creationId="{4E5A6B5A-67BF-5E40-3642-92337A880064}"/>
          </ac:picMkLst>
        </pc:picChg>
      </pc:sldChg>
      <pc:sldChg chg="addSp modSp add mod">
        <pc:chgData name="Ricardo Fernandes" userId="cf37fd8b0d3c9e95" providerId="LiveId" clId="{A4F44D94-3E07-43B7-B685-2636B760A42E}" dt="2025-09-30T17:41:45.678" v="18961" actId="790"/>
        <pc:sldMkLst>
          <pc:docMk/>
          <pc:sldMk cId="1724881476" sldId="393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724881476" sldId="393"/>
            <ac:spMk id="2" creationId="{7FF60722-25BE-DC50-504D-B878F73F28EB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724881476" sldId="393"/>
            <ac:spMk id="3" creationId="{A085A271-07D7-CEFB-FA2F-4F90B38486E4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724881476" sldId="393"/>
            <ac:spMk id="19" creationId="{0FAA5197-E551-5517-ABDF-C3597AAC25B8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724881476" sldId="393"/>
            <ac:spMk id="9229" creationId="{5CF57DD0-A4B8-FC0E-7BF0-6CBE171B238C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724881476" sldId="393"/>
            <ac:spMk id="9237" creationId="{0900AEE0-C054-1CB5-E78F-355183522974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724881476" sldId="393"/>
            <ac:spMk id="10243" creationId="{B4C069CA-1E08-0C53-72FD-AB68585BDD0E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724881476" sldId="393"/>
            <ac:spMk id="10244" creationId="{744B5807-68FA-C653-0FA2-BCB080830714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724881476" sldId="393"/>
            <ac:spMk id="10247" creationId="{666F169C-A640-8DC5-FDCA-5EBB14DB8197}"/>
          </ac:spMkLst>
        </pc:spChg>
        <pc:picChg chg="add mod">
          <ac:chgData name="Ricardo Fernandes" userId="cf37fd8b0d3c9e95" providerId="LiveId" clId="{A4F44D94-3E07-43B7-B685-2636B760A42E}" dt="2025-09-30T17:10:01.035" v="16511" actId="1076"/>
          <ac:picMkLst>
            <pc:docMk/>
            <pc:sldMk cId="1724881476" sldId="393"/>
            <ac:picMk id="6" creationId="{C62090B5-48B6-0725-F78A-3EA824FB067E}"/>
          </ac:picMkLst>
        </pc:picChg>
      </pc:sldChg>
      <pc:sldChg chg="addSp delSp modSp add mod">
        <pc:chgData name="Ricardo Fernandes" userId="cf37fd8b0d3c9e95" providerId="LiveId" clId="{A4F44D94-3E07-43B7-B685-2636B760A42E}" dt="2025-09-30T17:41:45.678" v="18961" actId="790"/>
        <pc:sldMkLst>
          <pc:docMk/>
          <pc:sldMk cId="2315205506" sldId="394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315205506" sldId="394"/>
            <ac:spMk id="2" creationId="{00255369-C95D-1C90-9FC4-91A3BAE8F88C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315205506" sldId="394"/>
            <ac:spMk id="3" creationId="{450D5059-17B6-6A2A-A725-66FC4D22DEF3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315205506" sldId="394"/>
            <ac:spMk id="19" creationId="{003BA135-922F-027B-0B6F-28433F9478C1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315205506" sldId="394"/>
            <ac:spMk id="9229" creationId="{C4D1E3F7-BD2B-AACD-E652-9F3B1CB6779C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315205506" sldId="394"/>
            <ac:spMk id="9237" creationId="{51B12ABB-D187-BCD6-937A-9343952456E9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315205506" sldId="394"/>
            <ac:spMk id="10243" creationId="{5D571325-BA2E-3860-1E0D-ABD6D305B233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315205506" sldId="394"/>
            <ac:spMk id="10244" creationId="{FA660D99-E7B1-8906-D2C6-DDA4E75D343C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315205506" sldId="394"/>
            <ac:spMk id="10247" creationId="{2C06CB6A-33FD-FA75-C989-E86839880501}"/>
          </ac:spMkLst>
        </pc:spChg>
        <pc:picChg chg="del">
          <ac:chgData name="Ricardo Fernandes" userId="cf37fd8b0d3c9e95" providerId="LiveId" clId="{A4F44D94-3E07-43B7-B685-2636B760A42E}" dt="2025-09-30T17:10:07.950" v="16520" actId="478"/>
          <ac:picMkLst>
            <pc:docMk/>
            <pc:sldMk cId="2315205506" sldId="394"/>
            <ac:picMk id="6" creationId="{573E0DA6-237D-418A-5B5F-F4AC56873E1A}"/>
          </ac:picMkLst>
        </pc:picChg>
        <pc:picChg chg="add">
          <ac:chgData name="Ricardo Fernandes" userId="cf37fd8b0d3c9e95" providerId="LiveId" clId="{A4F44D94-3E07-43B7-B685-2636B760A42E}" dt="2025-09-30T17:10:16.025" v="16521" actId="22"/>
          <ac:picMkLst>
            <pc:docMk/>
            <pc:sldMk cId="2315205506" sldId="394"/>
            <ac:picMk id="8" creationId="{B1961676-D7B8-3D48-C9F6-6F85036FDEEC}"/>
          </ac:picMkLst>
        </pc:picChg>
      </pc:sldChg>
      <pc:sldChg chg="delSp modSp add mod">
        <pc:chgData name="Ricardo Fernandes" userId="cf37fd8b0d3c9e95" providerId="LiveId" clId="{A4F44D94-3E07-43B7-B685-2636B760A42E}" dt="2025-09-30T17:41:45.678" v="18961" actId="790"/>
        <pc:sldMkLst>
          <pc:docMk/>
          <pc:sldMk cId="1564525352" sldId="395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564525352" sldId="395"/>
            <ac:spMk id="2" creationId="{9CC8BB93-B8AC-D638-9097-7CCD639C9CA8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564525352" sldId="395"/>
            <ac:spMk id="3" creationId="{DF4A4A3F-0DDD-A307-846F-E8FFAA1FB41A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564525352" sldId="395"/>
            <ac:spMk id="19" creationId="{12C20710-EF5E-FD59-4CC8-F964F608FB75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564525352" sldId="395"/>
            <ac:spMk id="9229" creationId="{AFBD2AC2-B154-3A70-65BF-629223308FD1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564525352" sldId="395"/>
            <ac:spMk id="9237" creationId="{F3717C86-D592-4904-C9AA-0A405EE12F9C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564525352" sldId="395"/>
            <ac:spMk id="10243" creationId="{5CA33E78-8DFB-BB62-EFD5-6F5C411B0D51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564525352" sldId="395"/>
            <ac:spMk id="10244" creationId="{3E51796B-7E78-8F5E-A0BB-A3C1E1B80AFA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1564525352" sldId="395"/>
            <ac:spMk id="10247" creationId="{5B051ADE-788E-2F65-5399-2FDA4E0E6717}"/>
          </ac:spMkLst>
        </pc:spChg>
        <pc:picChg chg="del">
          <ac:chgData name="Ricardo Fernandes" userId="cf37fd8b0d3c9e95" providerId="LiveId" clId="{A4F44D94-3E07-43B7-B685-2636B760A42E}" dt="2025-09-30T17:11:12.964" v="16523" actId="478"/>
          <ac:picMkLst>
            <pc:docMk/>
            <pc:sldMk cId="1564525352" sldId="395"/>
            <ac:picMk id="8" creationId="{81B74271-D6AE-485F-134F-26FEEAD4653B}"/>
          </ac:picMkLst>
        </pc:picChg>
      </pc:sldChg>
      <pc:sldChg chg="addSp modSp add del mod">
        <pc:chgData name="Ricardo Fernandes" userId="cf37fd8b0d3c9e95" providerId="LiveId" clId="{A4F44D94-3E07-43B7-B685-2636B760A42E}" dt="2025-09-30T17:17:53.857" v="16975" actId="47"/>
        <pc:sldMkLst>
          <pc:docMk/>
          <pc:sldMk cId="328498753" sldId="396"/>
        </pc:sldMkLst>
        <pc:spChg chg="mod">
          <ac:chgData name="Ricardo Fernandes" userId="cf37fd8b0d3c9e95" providerId="LiveId" clId="{A4F44D94-3E07-43B7-B685-2636B760A42E}" dt="2025-09-30T17:17:06.606" v="16964" actId="20577"/>
          <ac:spMkLst>
            <pc:docMk/>
            <pc:sldMk cId="328498753" sldId="396"/>
            <ac:spMk id="19" creationId="{79796CE5-54BD-7340-0758-8041D774D34A}"/>
          </ac:spMkLst>
        </pc:spChg>
        <pc:picChg chg="add mod">
          <ac:chgData name="Ricardo Fernandes" userId="cf37fd8b0d3c9e95" providerId="LiveId" clId="{A4F44D94-3E07-43B7-B685-2636B760A42E}" dt="2025-09-30T17:17:17.084" v="16971" actId="1076"/>
          <ac:picMkLst>
            <pc:docMk/>
            <pc:sldMk cId="328498753" sldId="396"/>
            <ac:picMk id="6" creationId="{5A24D5D6-40C3-BECE-38E3-91968EC00DA0}"/>
          </ac:picMkLst>
        </pc:picChg>
      </pc:sldChg>
      <pc:sldChg chg="addSp modSp add mod">
        <pc:chgData name="Ricardo Fernandes" userId="cf37fd8b0d3c9e95" providerId="LiveId" clId="{A4F44D94-3E07-43B7-B685-2636B760A42E}" dt="2025-09-30T17:41:45.678" v="18961" actId="790"/>
        <pc:sldMkLst>
          <pc:docMk/>
          <pc:sldMk cId="813625701" sldId="397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813625701" sldId="397"/>
            <ac:spMk id="2" creationId="{1BD590B6-65D4-9633-89A8-42F54D705E86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813625701" sldId="397"/>
            <ac:spMk id="3" creationId="{FB465B48-5436-C61F-512F-181D71FF0DB2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813625701" sldId="397"/>
            <ac:spMk id="19" creationId="{777F4C30-4C3B-CE3B-17F4-C01EE73B3DDC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813625701" sldId="397"/>
            <ac:spMk id="9229" creationId="{B630188B-AF71-11EC-E370-24BCAC4C9FB1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813625701" sldId="397"/>
            <ac:spMk id="9237" creationId="{EA0274B7-576A-D9CF-292C-748220940221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813625701" sldId="397"/>
            <ac:spMk id="10243" creationId="{AF5F492D-C55A-DF38-D093-5442B89C270C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813625701" sldId="397"/>
            <ac:spMk id="10244" creationId="{7799C031-E6D5-6B3E-6CFE-B847C360C652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813625701" sldId="397"/>
            <ac:spMk id="10247" creationId="{C3AC57C6-0545-26C6-84D6-69212C3E93D4}"/>
          </ac:spMkLst>
        </pc:spChg>
        <pc:picChg chg="mod">
          <ac:chgData name="Ricardo Fernandes" userId="cf37fd8b0d3c9e95" providerId="LiveId" clId="{A4F44D94-3E07-43B7-B685-2636B760A42E}" dt="2025-09-30T17:19:30.877" v="17139" actId="1076"/>
          <ac:picMkLst>
            <pc:docMk/>
            <pc:sldMk cId="813625701" sldId="397"/>
            <ac:picMk id="6" creationId="{CF650215-8B01-16ED-1059-273F0F2CFB93}"/>
          </ac:picMkLst>
        </pc:picChg>
        <pc:picChg chg="add mod">
          <ac:chgData name="Ricardo Fernandes" userId="cf37fd8b0d3c9e95" providerId="LiveId" clId="{A4F44D94-3E07-43B7-B685-2636B760A42E}" dt="2025-09-30T17:19:33.257" v="17140" actId="1076"/>
          <ac:picMkLst>
            <pc:docMk/>
            <pc:sldMk cId="813625701" sldId="397"/>
            <ac:picMk id="8" creationId="{89CBAC7E-D8F9-3317-1956-EB778C70C98B}"/>
          </ac:picMkLst>
        </pc:picChg>
      </pc:sldChg>
      <pc:sldChg chg="addSp delSp modSp add mod">
        <pc:chgData name="Ricardo Fernandes" userId="cf37fd8b0d3c9e95" providerId="LiveId" clId="{A4F44D94-3E07-43B7-B685-2636B760A42E}" dt="2025-09-30T17:41:45.678" v="18961" actId="790"/>
        <pc:sldMkLst>
          <pc:docMk/>
          <pc:sldMk cId="3898049208" sldId="398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898049208" sldId="398"/>
            <ac:spMk id="2" creationId="{3420C3B2-032C-E37D-E207-128AF57DFF4A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898049208" sldId="398"/>
            <ac:spMk id="3" creationId="{73171F48-8266-77A2-EE73-F55A23405CFF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898049208" sldId="398"/>
            <ac:spMk id="19" creationId="{D0A3829D-DEDD-6C5A-34E0-2635882C9701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898049208" sldId="398"/>
            <ac:spMk id="9229" creationId="{0498CE41-A468-3551-FB2C-986DD1B94978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898049208" sldId="398"/>
            <ac:spMk id="9237" creationId="{786A1E67-1587-53EF-E58B-E43A51718EDE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898049208" sldId="398"/>
            <ac:spMk id="10243" creationId="{A409EC83-DB1A-A43D-6B61-57A8E514F238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898049208" sldId="398"/>
            <ac:spMk id="10244" creationId="{C0F79841-276D-842F-53B1-2FCA24483683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898049208" sldId="398"/>
            <ac:spMk id="10247" creationId="{2866C810-B96F-B961-06B1-AC8226401C06}"/>
          </ac:spMkLst>
        </pc:spChg>
        <pc:picChg chg="del mod">
          <ac:chgData name="Ricardo Fernandes" userId="cf37fd8b0d3c9e95" providerId="LiveId" clId="{A4F44D94-3E07-43B7-B685-2636B760A42E}" dt="2025-09-30T17:19:56.878" v="17149" actId="478"/>
          <ac:picMkLst>
            <pc:docMk/>
            <pc:sldMk cId="3898049208" sldId="398"/>
            <ac:picMk id="6" creationId="{0C88FCB1-E1BC-75D9-434A-365C775221E0}"/>
          </ac:picMkLst>
        </pc:picChg>
        <pc:picChg chg="add mod">
          <ac:chgData name="Ricardo Fernandes" userId="cf37fd8b0d3c9e95" providerId="LiveId" clId="{A4F44D94-3E07-43B7-B685-2636B760A42E}" dt="2025-09-30T17:20:58.318" v="17326" actId="14100"/>
          <ac:picMkLst>
            <pc:docMk/>
            <pc:sldMk cId="3898049208" sldId="398"/>
            <ac:picMk id="8" creationId="{59591270-6304-BE42-7B11-A2A7A37360C0}"/>
          </ac:picMkLst>
        </pc:picChg>
      </pc:sldChg>
      <pc:sldChg chg="addSp delSp modSp add mod">
        <pc:chgData name="Ricardo Fernandes" userId="cf37fd8b0d3c9e95" providerId="LiveId" clId="{A4F44D94-3E07-43B7-B685-2636B760A42E}" dt="2025-09-30T17:41:45.678" v="18961" actId="790"/>
        <pc:sldMkLst>
          <pc:docMk/>
          <pc:sldMk cId="892559863" sldId="399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892559863" sldId="399"/>
            <ac:spMk id="2" creationId="{60C4C7B6-C973-DC84-D695-9CD216EAF876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892559863" sldId="399"/>
            <ac:spMk id="3" creationId="{9EA9EAD6-1F67-5BCD-365F-0FF37BBC443E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892559863" sldId="399"/>
            <ac:spMk id="19" creationId="{88CC9EA3-2966-DDB9-1283-4DC8B8E127C9}"/>
          </ac:spMkLst>
        </pc:spChg>
        <pc:spChg chg="add del mod">
          <ac:chgData name="Ricardo Fernandes" userId="cf37fd8b0d3c9e95" providerId="LiveId" clId="{A4F44D94-3E07-43B7-B685-2636B760A42E}" dt="2025-09-30T17:41:45.678" v="18961" actId="790"/>
          <ac:spMkLst>
            <pc:docMk/>
            <pc:sldMk cId="892559863" sldId="399"/>
            <ac:spMk id="9229" creationId="{09AC861A-5BE8-77DA-0EE7-F5A7BFE79701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892559863" sldId="399"/>
            <ac:spMk id="9237" creationId="{ED6812A4-B60B-E4E5-D30E-EDD30BF7D64F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892559863" sldId="399"/>
            <ac:spMk id="10243" creationId="{3CA1E784-FCDC-17D8-1F02-B3F8ED206B7D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892559863" sldId="399"/>
            <ac:spMk id="10244" creationId="{21DD654E-5373-254B-D523-64D522163422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892559863" sldId="399"/>
            <ac:spMk id="10247" creationId="{1881F347-EEDB-A6B7-50B4-320C818DE089}"/>
          </ac:spMkLst>
        </pc:spChg>
        <pc:picChg chg="add del">
          <ac:chgData name="Ricardo Fernandes" userId="cf37fd8b0d3c9e95" providerId="LiveId" clId="{A4F44D94-3E07-43B7-B685-2636B760A42E}" dt="2025-09-30T17:22:54.232" v="17333" actId="478"/>
          <ac:picMkLst>
            <pc:docMk/>
            <pc:sldMk cId="892559863" sldId="399"/>
            <ac:picMk id="8" creationId="{050890D8-2BB8-AE0A-4EE9-6FA210B4EFE8}"/>
          </ac:picMkLst>
        </pc:picChg>
      </pc:sldChg>
      <pc:sldChg chg="addSp modSp add mod">
        <pc:chgData name="Ricardo Fernandes" userId="cf37fd8b0d3c9e95" providerId="LiveId" clId="{A4F44D94-3E07-43B7-B685-2636B760A42E}" dt="2025-09-30T17:41:45.678" v="18961" actId="790"/>
        <pc:sldMkLst>
          <pc:docMk/>
          <pc:sldMk cId="3726190090" sldId="400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726190090" sldId="400"/>
            <ac:spMk id="2" creationId="{101C7760-4120-1455-659B-6116921333B9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726190090" sldId="400"/>
            <ac:spMk id="3" creationId="{03DDA75D-5B47-4EEC-FD85-DD84605B1571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726190090" sldId="400"/>
            <ac:spMk id="19" creationId="{9BA718F9-A2B3-07F6-6872-8ED51F1DDBB4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726190090" sldId="400"/>
            <ac:spMk id="9229" creationId="{DF321215-7B2E-E028-803D-0264DAD06E0B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726190090" sldId="400"/>
            <ac:spMk id="9237" creationId="{ED5AC992-63FD-9550-9A16-C73D13D7ED43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726190090" sldId="400"/>
            <ac:spMk id="10243" creationId="{CEBE85B9-4614-63AD-5CC6-AD9CBE7A9E34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726190090" sldId="400"/>
            <ac:spMk id="10244" creationId="{4098D28E-D133-D4D0-BECD-683CDBFE0431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726190090" sldId="400"/>
            <ac:spMk id="10247" creationId="{3552D2D3-48E5-93B1-07DD-B20346DC4DD4}"/>
          </ac:spMkLst>
        </pc:spChg>
        <pc:picChg chg="add mod">
          <ac:chgData name="Ricardo Fernandes" userId="cf37fd8b0d3c9e95" providerId="LiveId" clId="{A4F44D94-3E07-43B7-B685-2636B760A42E}" dt="2025-09-30T17:26:19.171" v="17560" actId="1076"/>
          <ac:picMkLst>
            <pc:docMk/>
            <pc:sldMk cId="3726190090" sldId="400"/>
            <ac:picMk id="6" creationId="{351E39F9-7E7E-BE3D-060B-B8DC969DC5BA}"/>
          </ac:picMkLst>
        </pc:picChg>
      </pc:sldChg>
      <pc:sldChg chg="delSp modSp add mod">
        <pc:chgData name="Ricardo Fernandes" userId="cf37fd8b0d3c9e95" providerId="LiveId" clId="{A4F44D94-3E07-43B7-B685-2636B760A42E}" dt="2025-09-30T17:41:45.678" v="18961" actId="790"/>
        <pc:sldMkLst>
          <pc:docMk/>
          <pc:sldMk cId="2499580847" sldId="401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499580847" sldId="401"/>
            <ac:spMk id="2" creationId="{9FF4B01A-CA09-9DB6-803F-A7DAE4B570A7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499580847" sldId="401"/>
            <ac:spMk id="3" creationId="{5C9D7B62-B9EA-B8C5-8BF1-3387F107713E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499580847" sldId="401"/>
            <ac:spMk id="19" creationId="{2155D942-52E3-66D4-C43A-56FA9156C905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499580847" sldId="401"/>
            <ac:spMk id="9229" creationId="{3CD9B1EB-DD50-D85D-53B2-F2E430D0698C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499580847" sldId="401"/>
            <ac:spMk id="9237" creationId="{35328AC8-C521-ADB8-51CF-511111DE534F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499580847" sldId="401"/>
            <ac:spMk id="10243" creationId="{D5E4067D-BFC5-5D8D-265A-9BC723406BAF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499580847" sldId="401"/>
            <ac:spMk id="10244" creationId="{71AC2D7D-989A-9014-0177-E21F61DC1865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499580847" sldId="401"/>
            <ac:spMk id="10247" creationId="{B46B0074-3ECF-D7C4-7286-2D7DAB70EC23}"/>
          </ac:spMkLst>
        </pc:spChg>
        <pc:picChg chg="del">
          <ac:chgData name="Ricardo Fernandes" userId="cf37fd8b0d3c9e95" providerId="LiveId" clId="{A4F44D94-3E07-43B7-B685-2636B760A42E}" dt="2025-09-30T17:28:02.730" v="17813" actId="478"/>
          <ac:picMkLst>
            <pc:docMk/>
            <pc:sldMk cId="2499580847" sldId="401"/>
            <ac:picMk id="6" creationId="{D5AAE44C-B1B0-D013-7D2E-BB0B0E7ABA07}"/>
          </ac:picMkLst>
        </pc:picChg>
      </pc:sldChg>
      <pc:sldChg chg="addSp modSp add mod">
        <pc:chgData name="Ricardo Fernandes" userId="cf37fd8b0d3c9e95" providerId="LiveId" clId="{A4F44D94-3E07-43B7-B685-2636B760A42E}" dt="2025-09-30T17:41:45.678" v="18961" actId="790"/>
        <pc:sldMkLst>
          <pc:docMk/>
          <pc:sldMk cId="2155021548" sldId="402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155021548" sldId="402"/>
            <ac:spMk id="2" creationId="{522D5590-B3A7-41FD-2ABE-B46E27094CCA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155021548" sldId="402"/>
            <ac:spMk id="3" creationId="{EF38015E-3C2B-1CA3-8A10-09250606D98D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155021548" sldId="402"/>
            <ac:spMk id="19" creationId="{213BBA9A-88FD-8318-CBA1-43336CF62F67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155021548" sldId="402"/>
            <ac:spMk id="9229" creationId="{841EC0FC-BB86-92E5-AD44-3E28B5A2AAC7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155021548" sldId="402"/>
            <ac:spMk id="9237" creationId="{95529782-D04B-A8BB-99CD-F4A5B9071352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155021548" sldId="402"/>
            <ac:spMk id="10243" creationId="{C93A6F95-2F91-AD30-A8BE-DE532DAE2099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155021548" sldId="402"/>
            <ac:spMk id="10244" creationId="{1A17C4B1-14E9-6801-65A4-86AE105351B5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2155021548" sldId="402"/>
            <ac:spMk id="10247" creationId="{20EFF64A-B914-5D2F-1068-E3400646468A}"/>
          </ac:spMkLst>
        </pc:spChg>
        <pc:picChg chg="add mod">
          <ac:chgData name="Ricardo Fernandes" userId="cf37fd8b0d3c9e95" providerId="LiveId" clId="{A4F44D94-3E07-43B7-B685-2636B760A42E}" dt="2025-09-30T17:29:30.931" v="17933" actId="1076"/>
          <ac:picMkLst>
            <pc:docMk/>
            <pc:sldMk cId="2155021548" sldId="402"/>
            <ac:picMk id="6" creationId="{1EB96310-2AE4-294B-F88B-869CDB9F4EC8}"/>
          </ac:picMkLst>
        </pc:picChg>
      </pc:sldChg>
      <pc:sldChg chg="addSp delSp modSp add mod">
        <pc:chgData name="Ricardo Fernandes" userId="cf37fd8b0d3c9e95" providerId="LiveId" clId="{A4F44D94-3E07-43B7-B685-2636B760A42E}" dt="2025-09-30T17:45:51.011" v="19571" actId="20577"/>
        <pc:sldMkLst>
          <pc:docMk/>
          <pc:sldMk cId="628590852" sldId="403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628590852" sldId="403"/>
            <ac:spMk id="2" creationId="{E3B264E3-ECF5-0C1C-0F00-48454E630BA9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628590852" sldId="403"/>
            <ac:spMk id="3" creationId="{FE15F5F2-43CA-0C91-DCC5-5D18A750C02E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628590852" sldId="403"/>
            <ac:spMk id="19" creationId="{A356C76E-F432-719A-0C80-3A633915200A}"/>
          </ac:spMkLst>
        </pc:spChg>
        <pc:spChg chg="mod">
          <ac:chgData name="Ricardo Fernandes" userId="cf37fd8b0d3c9e95" providerId="LiveId" clId="{A4F44D94-3E07-43B7-B685-2636B760A42E}" dt="2025-09-30T17:45:51.011" v="19571" actId="20577"/>
          <ac:spMkLst>
            <pc:docMk/>
            <pc:sldMk cId="628590852" sldId="403"/>
            <ac:spMk id="9229" creationId="{3CD9E39F-F5B5-0610-A5BC-ED28F337EAEF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628590852" sldId="403"/>
            <ac:spMk id="9237" creationId="{923CE1B8-1334-D815-A165-121DB689FA11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628590852" sldId="403"/>
            <ac:spMk id="10243" creationId="{F483304F-2C80-A87D-891E-F78EEDF4C703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628590852" sldId="403"/>
            <ac:spMk id="10244" creationId="{3B63ADF2-A7AD-C8E7-6BA3-B5894B8760E4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628590852" sldId="403"/>
            <ac:spMk id="10247" creationId="{74ACAFAE-C67A-FBC4-15F2-4762F0D4D064}"/>
          </ac:spMkLst>
        </pc:spChg>
        <pc:picChg chg="del">
          <ac:chgData name="Ricardo Fernandes" userId="cf37fd8b0d3c9e95" providerId="LiveId" clId="{A4F44D94-3E07-43B7-B685-2636B760A42E}" dt="2025-09-30T17:33:08.061" v="18087" actId="478"/>
          <ac:picMkLst>
            <pc:docMk/>
            <pc:sldMk cId="628590852" sldId="403"/>
            <ac:picMk id="6" creationId="{81EAE3A1-8F56-1DD0-4B7C-78BF06B1AC2B}"/>
          </ac:picMkLst>
        </pc:picChg>
        <pc:picChg chg="add">
          <ac:chgData name="Ricardo Fernandes" userId="cf37fd8b0d3c9e95" providerId="LiveId" clId="{A4F44D94-3E07-43B7-B685-2636B760A42E}" dt="2025-09-30T17:33:16.727" v="18088" actId="22"/>
          <ac:picMkLst>
            <pc:docMk/>
            <pc:sldMk cId="628590852" sldId="403"/>
            <ac:picMk id="8" creationId="{2A5C3EC2-A1E7-F8B4-1EEF-C4D8D45875BA}"/>
          </ac:picMkLst>
        </pc:picChg>
      </pc:sldChg>
      <pc:sldChg chg="modSp add mod">
        <pc:chgData name="Ricardo Fernandes" userId="cf37fd8b0d3c9e95" providerId="LiveId" clId="{A4F44D94-3E07-43B7-B685-2636B760A42E}" dt="2025-09-30T17:45:36.449" v="19560" actId="20577"/>
        <pc:sldMkLst>
          <pc:docMk/>
          <pc:sldMk cId="3880235740" sldId="404"/>
        </pc:sldMkLst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880235740" sldId="404"/>
            <ac:spMk id="2" creationId="{FC400AE6-640E-EEEC-C65D-FF615C76ED2F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880235740" sldId="404"/>
            <ac:spMk id="3" creationId="{9DCF5F81-9EB3-4882-08B3-80429E46CBC9}"/>
          </ac:spMkLst>
        </pc:spChg>
        <pc:spChg chg="mod">
          <ac:chgData name="Ricardo Fernandes" userId="cf37fd8b0d3c9e95" providerId="LiveId" clId="{A4F44D94-3E07-43B7-B685-2636B760A42E}" dt="2025-09-30T17:45:36.449" v="19560" actId="20577"/>
          <ac:spMkLst>
            <pc:docMk/>
            <pc:sldMk cId="3880235740" sldId="404"/>
            <ac:spMk id="19" creationId="{6A3B8142-85E2-608D-1EC8-C8883D6E7ED2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880235740" sldId="404"/>
            <ac:spMk id="9229" creationId="{D7DFAD7C-6F68-5639-0BDF-A643207E0DB3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880235740" sldId="404"/>
            <ac:spMk id="9237" creationId="{BED0DD5D-BA0F-24C7-4814-1EAA23DA3F7D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880235740" sldId="404"/>
            <ac:spMk id="10243" creationId="{133AC45B-7734-DB5F-D96B-A7AF119AA756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880235740" sldId="404"/>
            <ac:spMk id="10244" creationId="{140A4001-0525-563E-7E3B-C9F7F85E628C}"/>
          </ac:spMkLst>
        </pc:spChg>
        <pc:spChg chg="mod">
          <ac:chgData name="Ricardo Fernandes" userId="cf37fd8b0d3c9e95" providerId="LiveId" clId="{A4F44D94-3E07-43B7-B685-2636B760A42E}" dt="2025-09-30T17:41:45.678" v="18961" actId="790"/>
          <ac:spMkLst>
            <pc:docMk/>
            <pc:sldMk cId="3880235740" sldId="404"/>
            <ac:spMk id="10247" creationId="{93B09C60-F86F-561E-A8D2-8855927C5F6D}"/>
          </ac:spMkLst>
        </pc:spChg>
      </pc:sldChg>
      <pc:sldChg chg="modSp add mod">
        <pc:chgData name="Ricardo Fernandes" userId="cf37fd8b0d3c9e95" providerId="LiveId" clId="{A4F44D94-3E07-43B7-B685-2636B760A42E}" dt="2025-09-30T17:51:39.552" v="20220" actId="114"/>
        <pc:sldMkLst>
          <pc:docMk/>
          <pc:sldMk cId="2744250869" sldId="405"/>
        </pc:sldMkLst>
        <pc:spChg chg="mod">
          <ac:chgData name="Ricardo Fernandes" userId="cf37fd8b0d3c9e95" providerId="LiveId" clId="{A4F44D94-3E07-43B7-B685-2636B760A42E}" dt="2025-09-30T17:51:39.552" v="20220" actId="114"/>
          <ac:spMkLst>
            <pc:docMk/>
            <pc:sldMk cId="2744250869" sldId="405"/>
            <ac:spMk id="19" creationId="{221A42B1-CAA3-397A-83DF-2370B3E20CE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ADB6FF1F-555E-4388-A8B0-D1E524B355D1}" type="datetimeFigureOut">
              <a:rPr lang="pt-PT" smtClean="0"/>
              <a:pPr/>
              <a:t>30/09/2025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CD9FB018-1958-45C1-ABFF-E1E983EC4F43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3478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E77E319B-B046-487F-8D03-B96E4F1A43D0}" type="datetimeFigureOut">
              <a:rPr lang="pt-PT" smtClean="0"/>
              <a:pPr/>
              <a:t>30/09/2025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68" tIns="47384" rIns="94768" bIns="47384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F3DD545E-D36A-4832-938A-2ECADA69E4C6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37761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D545E-D36A-4832-938A-2ECADA69E4C6}" type="slidenum">
              <a:rPr lang="pt-PT" smtClean="0"/>
              <a:pPr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64038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319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46EA-BE60-DCBE-BF6B-3FB8D75F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AC712E8-00B2-5401-73CC-47F4D9BFD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DA88601-3244-A9F7-C90E-E2EC902C2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E32871-BFC2-96B8-19CA-01AFC3F37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248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020F3-CAF6-86B9-C86E-6A3BB9D85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1EFE6371-3A0F-018E-4234-B0B2C7F77D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9B9C487-177D-BBE1-DA69-D04191DC90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CDEF34E3-AE6C-75E1-B1B6-EB03C30B5B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509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0AD95-D105-7669-7189-D357E704A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7E94B627-619A-092F-6FC2-9221E1438C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969625A-4A1D-56C1-B7E8-1773650B33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9FA639DF-BFD6-8F76-B428-403A85DCB6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476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0CEA9-DD7A-A190-BC19-91C758F93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EFF4B7C6-189B-749C-31AE-C0248795B9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181A543C-5D22-A74F-E67E-1AA0AAB504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51E792B9-7C60-CE95-4C63-8FF39E574A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532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EC333-9C7E-9CAE-799E-2F4D5E7D9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645FC6DA-77FE-D8F7-50A7-E044C6F477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D7918BB0-074D-A9A0-FEEE-31D0440107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454B7926-F064-5A86-5674-01FC3A0AA4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3032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B853C-2314-E68A-2D1C-A2AA25D20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D5D62558-2897-DB2B-DF37-62528F84CA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C47CECF-09DF-280C-D37A-BC2CBB18F0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4897575B-48FA-0052-D77A-F9C02DADCD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5602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FAE28-CD0C-0EDF-7AC9-776998904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0AD17CFF-825D-93FD-8913-DDD3679397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9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F72ECF9-76DD-73B5-67D4-E2F364A54B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D8B5EAE-9413-A6D9-E74F-4A628DA8FF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0523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C3034-2CFB-5721-9814-A16B276B1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E60E6A01-00F4-BE26-628D-566C54368A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10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23D8D08-C910-03D5-3A30-F4E4183AA0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A256C714-92CC-5988-0D40-71E69DB82A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6032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F3F8E-F9B5-A31A-38CB-DCC043AC4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ECCF810C-B693-8B4B-4404-D53F406F42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11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9ADD2C40-95E7-394A-5CCE-18CC794350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7D75574C-518B-4A1B-9B0E-7F3406F052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8356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DCF8B-C682-AF84-D651-076C84FE3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7FDEB2DE-E786-2F53-BB0E-E8F7DD3D05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81623CF-BE16-93E9-7659-BC575A0C12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C425398-28C2-75E1-7F66-AFA1B74A2E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5109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32E8D-F58D-DE58-7668-3AE0F07EA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35CA09C3-B3B8-828E-080D-EB6D7EAFE8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ABE552C-08CE-5564-615C-A0D9ED26D1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B07ACCD-0072-CD38-3D21-8B33C58ED2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0023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116AD-4712-BE2A-538C-3C3ED9E0B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15D7FCE-70E3-EDA3-2CE0-ED354C179D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4D684775-8DA0-025A-C4E8-9113040C0D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3866507B-E1D2-C112-6FC0-EFB73DECCA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9570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CADC2-D7F0-010F-687D-E17857EEF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7063E55A-2425-03FD-0624-8F7A7ED560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D84DCE35-050C-D6EB-F574-834A50C143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7F5CE091-59F3-D9F7-87A4-2634CB7520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8207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F20FD-DF67-D1F5-C35E-976A4C3C6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FCF1DC3-DDD0-233C-2B6B-716E9484AB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4FC91C82-610E-4A2C-2CB8-38980B72B7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9EC812FA-B738-708D-EA21-2EEF8905DD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4573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36B0C-DE1B-F4B6-DB1B-3469F12E2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F5D7571D-544E-7EB7-0225-66B259FAF9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B5D0FD23-AF5E-F672-4284-ABD121AA99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BBC205D6-E47F-4652-9683-DBDCD271C1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2684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901BE-549E-7781-FB88-EA0545054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B71EA950-1049-28D1-0A07-1DE158C229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7950944-05E3-E7E0-CA37-7C62F5B696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25A02BC-437B-D354-B1A9-0645E4FAA3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4804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B5365-8B90-F81E-EEC9-9F6C176A5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63AC4767-6C45-3F2F-4B16-C8AB3E100A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19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472873AE-E8BD-3D69-FC2B-A9E47C3055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7B21A951-7AC9-B91B-55F8-103622D1C1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7273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A1840-5973-3513-0BD4-DE29696C4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59BC66A8-EC19-929A-A364-E7B0EB7E2D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20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42EBC1D7-BF2F-759D-63B5-572FBB5DDC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45CF5F9B-4391-9A0F-EC05-D274C97F03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1278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A934C-C075-E8C0-BA75-EE7F6A16B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AF7ECB6D-166F-2210-8127-B8E501D5AD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21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90601070-56FA-5C9A-44D8-8D43DE8116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C1BCA82-21FB-0716-3549-E247AC5488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9564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48278-8995-692B-0550-2194B4E61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64A731C8-589E-463C-F71E-EBD83A451E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C49F057D-B15E-3635-754D-BC08B85DBB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C592919-02E9-E485-C73A-B75A09E2EB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6109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74A24-F1DC-4D62-559B-7D4C98E26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FDEA2A05-19FE-9BA8-7F19-361F27B04F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215C176-7BB2-F65E-B456-F8E5CDA788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3A56E43F-D425-AFC1-45F7-68D3F43144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2244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B53A1-9DDE-FE88-2E39-4ABAB1C2B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8168896-FDD5-15EC-841C-C16D3D3CCC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99D9B420-3F9B-CECF-4F7A-322AD88B4C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74F8C1B-B6C7-CF24-8A50-C8E614440C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2440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EC466-0285-8DB6-2FB9-CDB42EE06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7E0B4D67-58FE-64DD-EAE0-AC34ABDC8D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6732709-9D51-A70C-7A84-A7DEC46BF7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48D5B9A8-E578-5F88-B16B-4A920A9C68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0582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52445-4D2C-CAF0-64E3-87784DB84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B27F10AC-EA0F-BF28-4C03-8B8BCD474D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7FBD5B0E-DD82-CFB9-4F6B-94946AD6FC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C2A76437-99A3-243F-3B9C-72D58BAE6C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119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78655-31B4-ED51-7160-5C1C1FAF8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6E7E12BB-1454-21F4-5BC8-6469B9C1A4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692F4042-5D55-BF39-03DB-756D32190A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AA36D92C-3069-6DE0-39F6-061B796CDB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1950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0731D-BF1A-5594-9F87-DA870D25B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D8A27D0A-2BDF-40DD-867D-834BB4611A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179B8F1F-B56A-4CA3-1C3B-A4AE3CD39D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FCD2CD31-B6FD-93A5-1251-4D24556611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5620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0B473-A9CD-8EAF-3CC3-C3B9259FD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4F4D0E4F-67C9-96C4-9CC5-7E169C74B8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29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9F0F7F43-219E-E608-23BE-1349ED13B8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D2DD5527-C30E-4D53-F632-773A7CBC2F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3481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B3A26-5002-CEF6-613E-AFF6DA5C9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2F24F336-881B-AE33-9F56-0D2A6F195C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30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1A72366C-55E6-B246-2B6C-23EFCC52CC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A902D548-A3A9-DE97-A30D-05E80188AE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72071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1C3C2-1815-3589-9F14-B877C476F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AA3DBA7-B24F-A542-0E73-DE093B9AF1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31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0981F5D-C7F7-1CCD-711B-9F74D9C1B1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5F53BBEF-B04D-BEED-ABA3-58A9DF7133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6180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2E78F-DC16-F144-2B33-99908387D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9620C97-EFC8-6DD5-F0C7-75609061C0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DE1D5E59-C9ED-3E16-2B4F-E0AB00A3EE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9B18A02-162A-A339-9641-56B37937E6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5680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0A6B3-A206-A6FE-9938-64D98076C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A4E30863-702B-00E9-97C5-EF02969A09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3618EA05-F403-3F8D-F04D-C571D48AD8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FA8DBEBA-C48A-0E3C-AE52-82761C65BD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6038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558D7-7BD5-B54E-6AE9-3767041EE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31B0CE5B-7791-0B4D-8E10-5612179D5D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40266700-0657-3F01-24BC-6BA94ECB0F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28D3BE80-8726-2213-DE5E-603A116954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9461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54797-6C80-F6C8-C7FC-65FB1C8EA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1EF51448-4288-705F-2D29-CDF94F7466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5AE45F97-A196-A788-7D42-CF57FFE498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C90DF107-6925-98CC-243A-BE87F78AD0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7034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6F9BC-B5AA-DA59-E7FB-C2F6A79A4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D73F5E2B-13CF-0B81-FDFA-E2CA428A1D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5E430CD1-8CE0-0B4B-5890-E152D553FE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BBDFD774-BD34-72DC-8036-4A970E71F4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41646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9EE20-439E-AEA2-838A-A719C389B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FEA367EA-7886-B302-09A5-50649561C9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54A1553E-F4D4-64E6-6427-E000B1BBBF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347C82CB-FD97-147F-CE5C-0A1BD50A46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12321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163E1-9837-5B16-70C3-82F9173BF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44DA2A3B-E8E8-77B8-707C-55A51F876C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9E214A03-3D2B-8CB4-F57A-ED0D64D5C1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723CF9B9-DCFA-32D4-7A1D-D1B9AD1C28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8202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0BFB3-DE78-0AB6-F250-B3BDE7F74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59B9309-7822-9E88-9956-D499C3B2F4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39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69DD4CB7-6F5B-FF72-6DB9-BE2E2D3D00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E69E1EDF-352B-927F-56D5-F3CB89F059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31147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660B6-2DDB-7867-F4DF-4E3906F25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12B66CA1-9330-DBB7-9494-9A4809188B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40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CA11195B-1459-69C6-886A-DAE69323A7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3B9C11CB-4B1E-C578-E3C6-B5EF5E8F0B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77685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4DB8B-E13F-5EB9-0521-14B4A6A3B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39257FA-6C0A-C242-21A6-E169B3E4AC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41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8F1B459D-9877-0039-BBE9-43213014DC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B8D43760-C8CA-4D60-10CB-83735B10E0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86648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08D83-E747-6E58-98FF-479EECBCB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A95DD70D-B2BD-BF1A-CA11-12E4046D9E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16895003-DEDD-81A8-C730-4914173471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CBD6C46-3EF3-13F9-3879-884651CB16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08329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28ABC-1FC7-5B53-C026-2B9A4EE09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781B7DF-07C4-A13E-F9F0-7D3ED29FF2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CB7847BF-8149-54AE-6CA5-46B255FCE0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B6EC2545-FA19-A175-25D2-F4D50CA63C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31139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69F70-3CED-9CF8-21C9-C59D4F27A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AF18DF90-1453-C7B7-DB8A-F8F23C57E3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7C2AEE8F-56E4-03D1-46E1-65CACD7762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56934FEA-652E-1E60-FD63-B8E1ED97CC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37671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8BBC9-AE19-BE56-48C2-B597C6B94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D2D4AD2B-05D5-E3C5-C307-3A621B6AD5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6029E8FF-9330-D5A3-162A-7F83CAAF04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4530A1E-D015-483A-5383-20CFB169AD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48465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91789-0D0C-0CF2-2D1F-921C74ED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3C21865F-06D6-C1D6-F6FF-6B86BF1541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53AFDADC-ECB2-6C84-4967-C50458DE85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CD59476F-B0FB-E493-0053-A9A926B1AE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47066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F3377-DF21-C673-BC26-BCFEBB4BC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321B05E8-6D0E-73A0-44DF-314634D7C1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15E289F-9FB4-CA34-EEC8-A05FF09524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73B0EDDE-2A89-C867-1FA6-C647B7D8F6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70794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pt-PT" dirty="0">
                <a:latin typeface="Arial" pitchFamily="34" charset="0"/>
              </a:rPr>
              <a:t>Tiago (acabar referencias)</a:t>
            </a:r>
          </a:p>
        </p:txBody>
      </p:sp>
    </p:spTree>
    <p:extLst>
      <p:ext uri="{BB962C8B-B14F-4D97-AF65-F5344CB8AC3E}">
        <p14:creationId xmlns:p14="http://schemas.microsoft.com/office/powerpoint/2010/main" val="931110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Faça clique para editar o estilo do subtítulo do modelo global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3E61B-3AB3-490F-90D4-269C8A444AE7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chatgpt.com/" TargetMode="Externa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hyperlink" Target="https://gemini.google.com/app?hl=pt-PT" TargetMode="External"/><Relationship Id="rId10" Type="http://schemas.openxmlformats.org/officeDocument/2006/relationships/image" Target="../media/image7.png"/><Relationship Id="rId4" Type="http://schemas.openxmlformats.org/officeDocument/2006/relationships/hyperlink" Target="https://www.deepseek.com/" TargetMode="Externa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s://quotes.toscrape.com/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s://quotes.toscrape.com/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hyperlink" Target="https://quotes.toscrape.com/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hyperlink" Target="https://jsonplaceholder.typicode.com/posts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hyperlink" Target="https://jsonplaceholder.typicode.com/posts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hyperlink" Target="https://scrapy.org/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qlite3.html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rapy.org/" TargetMode="External"/><Relationship Id="rId13" Type="http://schemas.openxmlformats.org/officeDocument/2006/relationships/image" Target="../media/image5.png"/><Relationship Id="rId3" Type="http://schemas.openxmlformats.org/officeDocument/2006/relationships/hyperlink" Target="https://chatgpt.com/" TargetMode="External"/><Relationship Id="rId7" Type="http://schemas.openxmlformats.org/officeDocument/2006/relationships/hyperlink" Target="https://jsonplaceholder.typicode.com/posts" TargetMode="External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quotes.toscrape.com/" TargetMode="External"/><Relationship Id="rId11" Type="http://schemas.openxmlformats.org/officeDocument/2006/relationships/image" Target="../media/image6.png"/><Relationship Id="rId5" Type="http://schemas.openxmlformats.org/officeDocument/2006/relationships/hyperlink" Target="https://www.deepseek.com/" TargetMode="External"/><Relationship Id="rId10" Type="http://schemas.openxmlformats.org/officeDocument/2006/relationships/image" Target="../media/image3.png"/><Relationship Id="rId4" Type="http://schemas.openxmlformats.org/officeDocument/2006/relationships/hyperlink" Target="https://gemini.google.com/" TargetMode="External"/><Relationship Id="rId9" Type="http://schemas.openxmlformats.org/officeDocument/2006/relationships/hyperlink" Target="https://docs.python.org/3/library/sqlite3.html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416"/>
            <a:ext cx="10007600" cy="701941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28800" y="2405971"/>
            <a:ext cx="5486400" cy="552329"/>
          </a:xfrm>
        </p:spPr>
        <p:txBody>
          <a:bodyPr>
            <a:normAutofit/>
          </a:bodyPr>
          <a:lstStyle/>
          <a:p>
            <a:r>
              <a:rPr lang="pt-PT" sz="2500" b="1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INTEGRAÇÃO DE </a:t>
            </a:r>
            <a:r>
              <a:rPr lang="pt-PT" sz="2500" b="1" u="sng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SISTEMAS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00250" y="4110735"/>
            <a:ext cx="5143500" cy="404742"/>
          </a:xfrm>
        </p:spPr>
        <p:txBody>
          <a:bodyPr>
            <a:normAutofit fontScale="77500" lnSpcReduction="20000"/>
          </a:bodyPr>
          <a:lstStyle/>
          <a:p>
            <a:r>
              <a:rPr lang="pt-PT" b="1" noProof="0" dirty="0">
                <a:solidFill>
                  <a:schemeClr val="bg1"/>
                </a:solidFill>
              </a:rPr>
              <a:t>Exemplos Web </a:t>
            </a:r>
            <a:r>
              <a:rPr lang="pt-PT" b="1" noProof="0" dirty="0" err="1">
                <a:solidFill>
                  <a:schemeClr val="bg1"/>
                </a:solidFill>
              </a:rPr>
              <a:t>Scraping</a:t>
            </a:r>
            <a:r>
              <a:rPr lang="pt-PT" b="1" noProof="0" dirty="0">
                <a:solidFill>
                  <a:schemeClr val="bg1"/>
                </a:solidFill>
              </a:rPr>
              <a:t> com </a:t>
            </a:r>
            <a:r>
              <a:rPr lang="pt-PT" b="1" noProof="0" dirty="0" err="1">
                <a:solidFill>
                  <a:schemeClr val="bg1"/>
                </a:solidFill>
              </a:rPr>
              <a:t>GPT’s</a:t>
            </a:r>
            <a:endParaRPr lang="pt-PT" b="1" noProof="0" dirty="0">
              <a:solidFill>
                <a:schemeClr val="bg1"/>
              </a:solidFill>
            </a:endParaRP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762000" y="6394330"/>
            <a:ext cx="8191499" cy="40474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100" b="1" u="sng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Licenciatura em Engenharia Informática</a:t>
            </a:r>
            <a:r>
              <a:rPr lang="pt-PT" sz="1100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 | Escola Superior de Tecnologia e Gestão| Unidade Curricular: </a:t>
            </a:r>
            <a:r>
              <a:rPr lang="pt-PT" sz="1100" noProof="0" dirty="0">
                <a:highlight>
                  <a:srgbClr val="FFFF00"/>
                </a:highlight>
                <a:latin typeface="Arial" charset="0"/>
                <a:ea typeface="Arial" charset="0"/>
                <a:cs typeface="Arial" charset="0"/>
              </a:rPr>
              <a:t>INTEGRAÇÃO DE SISTEMAS </a:t>
            </a:r>
            <a:r>
              <a:rPr lang="pt-PT" sz="1100" noProof="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100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| Ano Letivo 2025/2026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130" y="392731"/>
            <a:ext cx="3872752" cy="962356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6D890E14-880C-4963-9EA0-EE9200F689F8}"/>
              </a:ext>
            </a:extLst>
          </p:cNvPr>
          <p:cNvSpPr txBox="1">
            <a:spLocks/>
          </p:cNvSpPr>
          <p:nvPr/>
        </p:nvSpPr>
        <p:spPr>
          <a:xfrm>
            <a:off x="892549" y="5635668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100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31394 – Filipe Fernandes f.ricardo.fernandes@ipvc.pt</a:t>
            </a:r>
          </a:p>
          <a:p>
            <a:pPr algn="l"/>
            <a:r>
              <a:rPr lang="pt-PT" sz="1100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32427 – Hélder Silva helder.silva@ipvc.pt</a:t>
            </a:r>
          </a:p>
          <a:p>
            <a:pPr algn="l"/>
            <a:endParaRPr lang="pt-PT" sz="1100" noProof="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pt-PT" sz="1100" noProof="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CDB7617E-BD9F-40A8-BCFA-781CEC4CEE46}"/>
              </a:ext>
            </a:extLst>
          </p:cNvPr>
          <p:cNvSpPr txBox="1">
            <a:spLocks/>
          </p:cNvSpPr>
          <p:nvPr/>
        </p:nvSpPr>
        <p:spPr>
          <a:xfrm>
            <a:off x="4953495" y="5615784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>
            <a:normAutofit fontScale="3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4900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Orientadores: </a:t>
            </a:r>
          </a:p>
          <a:p>
            <a:pPr algn="l"/>
            <a:r>
              <a:rPr lang="pt-PT" sz="4900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Jorge Ribeiro , Jackson Barreto</a:t>
            </a:r>
          </a:p>
          <a:p>
            <a:pPr algn="l"/>
            <a:endParaRPr lang="pt-PT" sz="1050" noProof="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02F2A86-A50E-0283-3B8A-EB9B059E210D}"/>
              </a:ext>
            </a:extLst>
          </p:cNvPr>
          <p:cNvSpPr txBox="1"/>
          <p:nvPr/>
        </p:nvSpPr>
        <p:spPr>
          <a:xfrm>
            <a:off x="838200" y="1273976"/>
            <a:ext cx="9266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800" b="1" u="sng" noProof="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Licenciatura em ENGENHARIA INFORMÁTICA / </a:t>
            </a:r>
            <a:r>
              <a:rPr lang="pt-PT" sz="1800" b="1" u="sng" noProof="0" dirty="0" err="1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Degree</a:t>
            </a:r>
            <a:r>
              <a:rPr lang="pt-PT" sz="1800" b="1" u="sng" noProof="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800" b="1" cap="all" noProof="0" dirty="0" err="1">
                <a:solidFill>
                  <a:srgbClr val="FFFF00"/>
                </a:solidFill>
              </a:rPr>
              <a:t>Informatics</a:t>
            </a:r>
            <a:r>
              <a:rPr lang="pt-PT" sz="1800" b="1" cap="all" noProof="0" dirty="0">
                <a:solidFill>
                  <a:srgbClr val="FFFF00"/>
                </a:solidFill>
              </a:rPr>
              <a:t> </a:t>
            </a:r>
            <a:r>
              <a:rPr lang="pt-PT" sz="1800" b="1" cap="all" noProof="0" dirty="0" err="1">
                <a:solidFill>
                  <a:srgbClr val="FFFF00"/>
                </a:solidFill>
              </a:rPr>
              <a:t>engineering</a:t>
            </a:r>
            <a:endParaRPr lang="pt-PT" noProof="0" dirty="0">
              <a:solidFill>
                <a:srgbClr val="FFFF00"/>
              </a:solidFill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331B8A6-B954-F04D-0378-7F3DD744E30A}"/>
              </a:ext>
            </a:extLst>
          </p:cNvPr>
          <p:cNvSpPr txBox="1">
            <a:spLocks/>
          </p:cNvSpPr>
          <p:nvPr/>
        </p:nvSpPr>
        <p:spPr>
          <a:xfrm>
            <a:off x="1981200" y="3267584"/>
            <a:ext cx="5486400" cy="5523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2500" b="1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Trabalho Prático N.º 1</a:t>
            </a:r>
          </a:p>
        </p:txBody>
      </p:sp>
    </p:spTree>
    <p:extLst>
      <p:ext uri="{BB962C8B-B14F-4D97-AF65-F5344CB8AC3E}">
        <p14:creationId xmlns:p14="http://schemas.microsoft.com/office/powerpoint/2010/main" val="962301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2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Índice 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381001" y="44450"/>
            <a:ext cx="61387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  <a:defRPr/>
            </a:pP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/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pt-PT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1. </a:t>
            </a:r>
            <a:r>
              <a:rPr lang="pt-PT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Objetivos</a:t>
            </a:r>
            <a:endParaRPr lang="pt-PT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pt-PT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2. </a:t>
            </a:r>
            <a:r>
              <a:rPr lang="pt-PT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Modelos selecionados</a:t>
            </a:r>
            <a:endParaRPr lang="pt-PT" sz="1800" i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PT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3. </a:t>
            </a:r>
            <a:r>
              <a:rPr lang="pt-PT" noProof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Prompt</a:t>
            </a:r>
            <a:endParaRPr lang="pt-PT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pt-PT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4. </a:t>
            </a: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Exemplos </a:t>
            </a:r>
            <a:r>
              <a:rPr lang="pt-PT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ChatGPT</a:t>
            </a:r>
            <a:endParaRPr lang="pt-PT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pt-PT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5. </a:t>
            </a: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Exemplos </a:t>
            </a:r>
            <a:r>
              <a:rPr lang="pt-PT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DeepSeek</a:t>
            </a:r>
            <a:endParaRPr lang="pt-PT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pt-PT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6. </a:t>
            </a: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Exemplos Gemini</a:t>
            </a:r>
            <a:endParaRPr lang="pt-PT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pt-PT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7. Conclusão</a:t>
            </a:r>
            <a:endParaRPr lang="pt-PT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pt-PT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8. Bibliografia e Referências Web </a:t>
            </a:r>
          </a:p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50208AF-C5A5-C009-177D-8C27BB5DCC8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369DE4-0D6E-7A10-AF37-333F300DD77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9F70-02AA-7D05-3F50-276EDBC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1645A60-6826-6830-9EAE-63CBB67D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4F6C4EF-641D-E89D-BEEE-A62F4D43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3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99A672-75CB-3480-3D0B-751C42A1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Objetivos 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2D48B45-8225-0750-E41C-7AFC2F95B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C81234EF-9547-362F-1578-3693075CA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072EFB9-A7BA-FD67-E0B9-92326811007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noProof="0" dirty="0">
                <a:latin typeface="Arial" pitchFamily="34" charset="0"/>
                <a:cs typeface="Arial" pitchFamily="34" charset="0"/>
              </a:rPr>
              <a:t>Selecionar três modelos </a:t>
            </a:r>
            <a:r>
              <a:rPr lang="pt-PT" sz="2000" noProof="0" dirty="0" err="1">
                <a:latin typeface="Arial" pitchFamily="34" charset="0"/>
                <a:cs typeface="Arial" pitchFamily="34" charset="0"/>
              </a:rPr>
              <a:t>GPT’s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 distintos para pesquisa.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noProof="0" dirty="0">
                <a:latin typeface="Arial" pitchFamily="34" charset="0"/>
                <a:cs typeface="Arial" pitchFamily="34" charset="0"/>
              </a:rPr>
              <a:t>Realizar um estudo sobre exemplos de web </a:t>
            </a:r>
            <a:r>
              <a:rPr lang="pt-PT" sz="2000" noProof="0" dirty="0" err="1">
                <a:latin typeface="Arial" pitchFamily="34" charset="0"/>
                <a:cs typeface="Arial" pitchFamily="34" charset="0"/>
              </a:rPr>
              <a:t>scraping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 com os modelos selecionados.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noProof="0" dirty="0">
                <a:latin typeface="Arial" pitchFamily="34" charset="0"/>
                <a:cs typeface="Arial" pitchFamily="34" charset="0"/>
              </a:rPr>
              <a:t>Comparar os exemplos obtidos , bibliotecas utilizadas em comum entre os modelos.</a:t>
            </a: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18552-68A4-1A3D-1E1B-C0788C12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0FBBDD-AC0F-C476-B4E0-494A137B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82BCAE-BBE7-D2C2-C8A6-31FF69F0E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4D3C41C-CA47-34B3-2EE8-9BE44DD9CA5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BA7FDC-D82D-6F95-1158-24F5A20D94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6F85C6-1C87-5EB1-6E9E-76A47584EC1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</p:spTree>
    <p:extLst>
      <p:ext uri="{BB962C8B-B14F-4D97-AF65-F5344CB8AC3E}">
        <p14:creationId xmlns:p14="http://schemas.microsoft.com/office/powerpoint/2010/main" val="1421472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2F687-2ADA-1112-991A-618B9F03A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465C5597-E0A5-E25A-33D0-BA9258278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5E0AC79A-5003-51C3-0DE5-53F870CD0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4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111CEA2A-3F65-546E-361E-A9391EAF2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Modelos selecionados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28D2FDF8-2BE2-5728-F451-DD9519B9FF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7F3907EB-B7D1-3839-7076-EB2226B03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A5D57314-0406-6521-EF50-70FD4EDDD32B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noProof="0" dirty="0">
                <a:latin typeface="Arial" pitchFamily="34" charset="0"/>
                <a:cs typeface="Arial" pitchFamily="34" charset="0"/>
              </a:rPr>
              <a:t>Os três modelos selecionados foram: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noProof="0" dirty="0" err="1">
                <a:latin typeface="Arial" pitchFamily="34" charset="0"/>
                <a:cs typeface="Arial" pitchFamily="34" charset="0"/>
                <a:hlinkClick r:id="rId3"/>
              </a:rPr>
              <a:t>ChatGPT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 (</a:t>
            </a:r>
            <a:r>
              <a:rPr lang="pt-PT" sz="2000" noProof="0" dirty="0" err="1">
                <a:latin typeface="Arial" pitchFamily="34" charset="0"/>
                <a:cs typeface="Arial" pitchFamily="34" charset="0"/>
              </a:rPr>
              <a:t>OpenAI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noProof="0" dirty="0" err="1">
                <a:latin typeface="Arial" pitchFamily="34" charset="0"/>
                <a:cs typeface="Arial" pitchFamily="34" charset="0"/>
                <a:hlinkClick r:id="rId4"/>
              </a:rPr>
              <a:t>DeepSeek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 (</a:t>
            </a:r>
            <a:r>
              <a:rPr lang="pt-PT" sz="2000" noProof="0" dirty="0" err="1">
                <a:latin typeface="Arial" pitchFamily="34" charset="0"/>
                <a:cs typeface="Arial" pitchFamily="34" charset="0"/>
              </a:rPr>
              <a:t>DeepSeek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noProof="0" dirty="0">
                <a:latin typeface="Arial" pitchFamily="34" charset="0"/>
                <a:cs typeface="Arial" pitchFamily="34" charset="0"/>
                <a:hlinkClick r:id="rId5"/>
              </a:rPr>
              <a:t>Gemini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 (Google)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57FD433-D1F5-06ED-94C2-BC343EA572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DE790E4-515F-F0F5-982A-6C4FB6DDBD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89F7D2C-CAF6-6F16-830D-816922D853B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AC070048-7B9E-878D-1E06-8C8F239B0FF8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D89DB8B-E718-425E-98C3-1AC1D335720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1890FA57-63AF-C6FA-91E8-C37E0CC29A1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7857A43-8123-1CDC-B571-2477C3D4F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852" y="3513663"/>
            <a:ext cx="2685600" cy="569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oogle Gemini Logo, symbol, meaning, history, PNG, brand">
            <a:extLst>
              <a:ext uri="{FF2B5EF4-FFF2-40B4-BE49-F238E27FC236}">
                <a16:creationId xmlns:a16="http://schemas.microsoft.com/office/drawing/2014/main" id="{BD7F5264-5A6C-BD9D-E48B-24CD90B16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852" y="4794722"/>
            <a:ext cx="2685600" cy="1581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hatGPT logo PNG black transparent image download, size: 1280x800px">
            <a:extLst>
              <a:ext uri="{FF2B5EF4-FFF2-40B4-BE49-F238E27FC236}">
                <a16:creationId xmlns:a16="http://schemas.microsoft.com/office/drawing/2014/main" id="{D76768DF-AA28-6C41-B1A6-D4303260F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272" y="1800904"/>
            <a:ext cx="2684343" cy="642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3753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CFA85-9C70-959F-3C31-3D704BAE5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5F421D65-ACC9-FADD-BDC9-A387C358E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475BF391-574F-D62E-BEE2-BAB2A53E8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5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072FE0F6-3694-969B-F95C-8A215EF15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Prompt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2729A336-F76C-9120-77BD-60567D098B6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56AAAA50-BB0A-1097-FA06-C8D29EF9E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83B73501-23A8-85F5-C953-D7FDCDC5A6BB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noProof="0" dirty="0">
                <a:latin typeface="Arial" pitchFamily="34" charset="0"/>
                <a:cs typeface="Arial" pitchFamily="34" charset="0"/>
              </a:rPr>
              <a:t>Para manter a coerência entre resultados obtidos em cada modelo o </a:t>
            </a:r>
            <a:r>
              <a:rPr lang="pt-PT" sz="2000" noProof="0" dirty="0" err="1">
                <a:latin typeface="Arial" pitchFamily="34" charset="0"/>
                <a:cs typeface="Arial" pitchFamily="34" charset="0"/>
              </a:rPr>
              <a:t>prompt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 usado será sempre o mesmo.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pt-PT" sz="2000" i="1" noProof="0" dirty="0">
                <a:latin typeface="Arial" pitchFamily="34" charset="0"/>
                <a:cs typeface="Arial" pitchFamily="34" charset="0"/>
              </a:rPr>
              <a:t>“</a:t>
            </a:r>
            <a:r>
              <a:rPr lang="pt-PT" i="1" noProof="0" dirty="0" err="1"/>
              <a:t>Give</a:t>
            </a:r>
            <a:r>
              <a:rPr lang="pt-PT" i="1" noProof="0" dirty="0"/>
              <a:t> me </a:t>
            </a:r>
            <a:r>
              <a:rPr lang="pt-PT" i="1" noProof="0" dirty="0" err="1"/>
              <a:t>examples</a:t>
            </a:r>
            <a:r>
              <a:rPr lang="pt-PT" i="1" noProof="0" dirty="0"/>
              <a:t> </a:t>
            </a:r>
            <a:r>
              <a:rPr lang="pt-PT" i="1" noProof="0" dirty="0" err="1"/>
              <a:t>of</a:t>
            </a:r>
            <a:r>
              <a:rPr lang="pt-PT" i="1" noProof="0" dirty="0"/>
              <a:t> </a:t>
            </a:r>
            <a:r>
              <a:rPr lang="pt-PT" i="1" noProof="0" dirty="0" err="1"/>
              <a:t>python</a:t>
            </a:r>
            <a:r>
              <a:rPr lang="pt-PT" i="1" noProof="0" dirty="0"/>
              <a:t> </a:t>
            </a:r>
            <a:r>
              <a:rPr lang="pt-PT" i="1" noProof="0" dirty="0" err="1"/>
              <a:t>code</a:t>
            </a:r>
            <a:r>
              <a:rPr lang="pt-PT" i="1" noProof="0" dirty="0"/>
              <a:t> for web </a:t>
            </a:r>
            <a:r>
              <a:rPr lang="pt-PT" i="1" noProof="0" dirty="0" err="1"/>
              <a:t>scraping</a:t>
            </a:r>
            <a:r>
              <a:rPr lang="pt-PT" i="1" noProof="0" dirty="0"/>
              <a:t>. Basic to </a:t>
            </a:r>
            <a:r>
              <a:rPr lang="pt-PT" i="1" noProof="0" dirty="0" err="1"/>
              <a:t>Advanced</a:t>
            </a:r>
            <a:r>
              <a:rPr lang="pt-PT" i="1" noProof="0" dirty="0"/>
              <a:t> </a:t>
            </a:r>
            <a:r>
              <a:rPr lang="pt-PT" i="1" noProof="0" dirty="0" err="1"/>
              <a:t>extraction</a:t>
            </a:r>
            <a:r>
              <a:rPr lang="pt-PT" i="1" noProof="0" dirty="0"/>
              <a:t>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2000" i="1" noProof="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Através do 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prompt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o resultado esperado são exemplos que começam simples , extração de conteúdo estático e incrementalmente mais complexo , como navegação entre  páginas e extração de JSON diretamente do 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endpoint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. </a:t>
            </a: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62382BC-3E3D-D4D6-DD59-E1B8F74D3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2BFCFF6-042C-C70D-1E01-7AEC88091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E63AB55-F808-F312-1C15-934A9615B6A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4AB92FDE-D6DF-A5D7-8173-B72D682DE9E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CD60860-42BE-546F-EDE5-6E820A89546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E2B8C197-25D4-25E5-8068-393AE144C6AF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</p:spTree>
    <p:extLst>
      <p:ext uri="{BB962C8B-B14F-4D97-AF65-F5344CB8AC3E}">
        <p14:creationId xmlns:p14="http://schemas.microsoft.com/office/powerpoint/2010/main" val="892423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376B7-B493-C21F-BA0E-9D170C6EA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90779459-1023-522C-A42E-6F278785F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C035B34C-1290-200E-90EC-B0B6D58D8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6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DEDF4528-6805-5E05-5242-4FBBB080F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ChatGPT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1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2E213C2E-B8B4-E86D-6977-4826B97FCF1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97074DD4-47A9-897B-D32C-903FCB263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65DB9B58-486A-2779-7B07-F7CF6B98DB30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lvl="0" indent="-342900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pt-PT" sz="2000" noProof="0" dirty="0">
                <a:latin typeface="Arial" pitchFamily="34" charset="0"/>
                <a:cs typeface="Arial" pitchFamily="34" charset="0"/>
              </a:rPr>
              <a:t>O primeiro exemplo fornecido de nível ‘basic’ extrai a informação estática presente no website </a:t>
            </a:r>
            <a:r>
              <a:rPr lang="pt-PT" sz="2000" noProof="0" dirty="0">
                <a:latin typeface="Arial" pitchFamily="34" charset="0"/>
                <a:cs typeface="Arial" pitchFamily="34" charset="0"/>
                <a:hlinkClick r:id="rId3"/>
              </a:rPr>
              <a:t>https://quotes.toscrape.com/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 e apresenta como output a </a:t>
            </a:r>
            <a:r>
              <a:rPr lang="pt-PT" sz="2000" noProof="0" dirty="0" err="1">
                <a:latin typeface="Arial" pitchFamily="34" charset="0"/>
                <a:cs typeface="Arial" pitchFamily="34" charset="0"/>
              </a:rPr>
              <a:t>quote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 extraída e o autor.</a:t>
            </a: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6BD48C3-50F4-2D1D-E2C8-1A2A48FB0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AB461B7-829D-3889-443E-4B27A3576F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C29F984-FDC2-F103-1DBA-2A83547E554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125F2852-0797-F973-7369-2DDB2ED6C680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06C36AF-91A8-8085-F919-C8C6974C471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0BC0688B-4B24-E472-8AD3-73192D6EA0C4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FB468E4-1822-F6CA-285A-1F481D3A8D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69633" y="1192899"/>
            <a:ext cx="4477375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953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6AAD3-CE49-B2B2-3E0A-E10C8DA98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20C9D85C-1B23-EB6B-60B4-9C46DB236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70D5DC11-12C6-058B-550E-56913FC2D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7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66064202-6F87-54CD-975B-8627E945F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ChatGPT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1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AE68BB0D-A034-FDF4-6250-A3104FF405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0E90E9D2-DCE9-C310-0D2D-1B8CCFF06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D80DB0BE-F6D0-8298-499F-2BC836B0AAAE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lvl="0" indent="-342900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pt-PT" sz="2000" noProof="0" dirty="0">
              <a:latin typeface="Arial" pitchFamily="34" charset="0"/>
              <a:cs typeface="Arial" pitchFamily="34" charset="0"/>
              <a:hlinkClick r:id="rId3"/>
            </a:endParaRPr>
          </a:p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endParaRPr lang="pt-PT" sz="1400" noProof="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r>
              <a:rPr lang="pt-PT" sz="1400" noProof="0" dirty="0">
                <a:latin typeface="Arial" pitchFamily="34" charset="0"/>
                <a:cs typeface="Arial" pitchFamily="34" charset="0"/>
              </a:rPr>
              <a:t>Fonte: </a:t>
            </a:r>
            <a:r>
              <a:rPr lang="pt-PT" sz="1400" noProof="0" dirty="0">
                <a:latin typeface="Arial" pitchFamily="34" charset="0"/>
                <a:cs typeface="Arial" pitchFamily="34" charset="0"/>
                <a:hlinkClick r:id="rId3"/>
              </a:rPr>
              <a:t>https://quotes.toscrape.com/</a:t>
            </a:r>
            <a:endParaRPr lang="pt-PT" sz="1400" noProof="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2295F04-A937-4BB5-A8E6-0A6BB8130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A21777C-B982-08AF-EF7B-8028EDE086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F8AF425-2DF8-A8FA-1185-45C6A671639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553D596D-B6BB-E5A2-0137-73B1999B0ADF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D2E1313-0888-E507-13A2-4AB1AE57BB3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2449863C-C582-7CC7-C6E1-366EB5FA9279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58A5A6F-C52F-1C59-F853-3C90BF2B11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8469" y="1212438"/>
            <a:ext cx="6695105" cy="366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504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BD16E-96C9-6903-90C0-6CFFCE67F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E4A74761-7CBA-0EC3-8AA9-91E2840CC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EB017BD5-D659-793B-CAF3-09CB4B284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8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F9EDAC28-61A1-521D-69BE-D8D89607B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ChatGPT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1 Output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AA36E62B-DCBF-123D-DAA8-0A65BE868D5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93C0E85C-C18E-7701-C08F-01D4E1DF7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A6053616-A93D-8491-2FE8-A7D10FFE17C1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noProof="0" dirty="0">
                <a:latin typeface="Arial" pitchFamily="34" charset="0"/>
                <a:cs typeface="Arial" pitchFamily="34" charset="0"/>
              </a:rPr>
              <a:t>Resultado da extração apresentado no terminal</a:t>
            </a: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lvl="0" indent="-342900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pt-PT" sz="2000" noProof="0" dirty="0">
              <a:latin typeface="Arial" pitchFamily="34" charset="0"/>
              <a:cs typeface="Arial" pitchFamily="34" charset="0"/>
              <a:hlinkClick r:id="rId3"/>
            </a:endParaRPr>
          </a:p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endParaRPr lang="pt-PT" sz="1400" noProof="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r>
              <a:rPr lang="pt-PT" sz="1400" noProof="0" dirty="0">
                <a:latin typeface="Arial" pitchFamily="34" charset="0"/>
                <a:cs typeface="Arial" pitchFamily="34" charset="0"/>
              </a:rPr>
              <a:t>Fonte: </a:t>
            </a:r>
            <a:r>
              <a:rPr lang="pt-PT" sz="1400" noProof="0" dirty="0">
                <a:latin typeface="Arial" pitchFamily="34" charset="0"/>
                <a:cs typeface="Arial" pitchFamily="34" charset="0"/>
                <a:hlinkClick r:id="rId3"/>
              </a:rPr>
              <a:t>https://quotes.toscrape.com/</a:t>
            </a:r>
            <a:endParaRPr lang="pt-PT" sz="1400" noProof="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DB6846D-91CB-3521-F66A-5978E5884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CD8C766-0F0F-525C-7550-4BE311496B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9D98C8A-5340-84DC-DC14-3C483180716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C7034407-E1E1-31B7-F7D4-5112067BE5B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CD882F9-38FF-6FB2-93D3-EED6A0F80B8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4A469E87-7D5E-5201-E309-F488F53E567C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1B63EF9-C9D0-BC00-F898-2A71E20BBC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1" y="1802251"/>
            <a:ext cx="8359916" cy="137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77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47D45-BCF4-80CC-7B70-9AA361A1F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EDA84ADA-B693-4122-71EB-C7074BE51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C37B3030-B7C7-3E1C-E324-A13512A1C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9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1BD1B28-9153-04AD-97CD-706356213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ChatGPT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2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6A1E3C0F-3E60-99CD-A868-028F25CFF75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62FE3F5C-D2C7-3D93-1345-8F01FA94F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0056234-8361-4A7D-DF2E-73C55717FBE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lvl="0" indent="-342900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pt-PT" sz="2000" noProof="0" dirty="0">
                <a:latin typeface="Arial" pitchFamily="34" charset="0"/>
                <a:cs typeface="Arial" pitchFamily="34" charset="0"/>
              </a:rPr>
              <a:t>O segundo exemplo de código envolve a navegação entre páginas. Neste segundo exemplo o endereço da página ao contrário do primeiro termina em ‘/</a:t>
            </a:r>
            <a:r>
              <a:rPr lang="pt-PT" sz="2000" noProof="0" dirty="0" err="1">
                <a:latin typeface="Arial" pitchFamily="34" charset="0"/>
                <a:cs typeface="Arial" pitchFamily="34" charset="0"/>
              </a:rPr>
              <a:t>page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/{}/” para que o numero da página possa ser preenchido dinamicamente no for </a:t>
            </a:r>
            <a:r>
              <a:rPr lang="pt-PT" sz="2000" noProof="0" dirty="0" err="1">
                <a:latin typeface="Arial" pitchFamily="34" charset="0"/>
                <a:cs typeface="Arial" pitchFamily="34" charset="0"/>
              </a:rPr>
              <a:t>loop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.</a:t>
            </a: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15C4A1B-85D9-BD27-B5CA-14409F35B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AEA2C72-9B84-08C3-029B-2E5F23F9C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F9CD679-0388-12B1-65C7-518FACDB306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39D0BC5B-3CDA-B407-2E9B-3D119B72AA3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9EA6F13-234D-3358-2B32-552456CC17A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35ACBDD2-682F-FEC8-B728-1C0BCC561A7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CFFB65E-017D-C792-2019-D4C25B8758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1200" y="1170723"/>
            <a:ext cx="4848902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074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A08DE-C585-C1FF-7D43-812DA22BC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C24CD10B-8029-2081-86B8-63D802687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025F534-E35E-6056-3B3B-C1B90510A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10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D6379B8B-C53D-674F-2F7C-725921F3C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ChatGPT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2 Output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2E5DBB29-880F-39A1-F9BB-E38AA6D4497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F7371061-E3B3-5494-C75A-FA8E2CBC7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E546CEB-731C-1039-C301-5DA181EFCA5B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074667F-3EFF-0D2F-A7D3-3DC47E59D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8269A27-82AF-845F-6E09-37C9B725B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A446E5B-0D40-2F96-34EF-868CB960519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A0F5BE2E-90FD-687C-B196-033BD0F1751F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8450990-78D5-F60A-4D22-304537ECCCA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2E527B62-5A96-F54F-14D3-86C9251BB799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68203D2-351C-8E99-8371-2048D56279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8325" y="1304291"/>
            <a:ext cx="6714508" cy="286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989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731CB-8DBB-87DA-2382-8A83664BD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B7C518B6-B9D2-1284-181C-0017BA464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3187556A-0ECF-1BB7-7EDE-EED06CB1D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11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1B24FF26-0D83-8F0B-11EC-95D2B1B33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ChatGPT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3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Selenium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8473F8AE-1067-99F9-8514-3E9611C6CF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9C68002C-6A07-53D0-DC72-9E3328ABB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87A07912-E285-193B-4371-8EAF25048A37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O terceiro exemplo apresenta o uso de 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Selenium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para extrair a informação de sites dinâmicos que utilizem 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javascript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para carregar o seu conteúdo. Através do 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Selenium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é possível automatizar um browser real e extrair a informação pretendida.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A1867BC-6015-B0F4-5684-E91922F24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D0650B3-0687-B262-97F4-A88BB3243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C34C354-E953-A327-4112-E0CE8AF7080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B6C285B2-1E33-EE37-8D70-05652CF9FBDF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E2B507F-F086-8A69-BC7B-CB42F65151F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991E4ACB-7691-7C59-FF92-F35CAE040936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F15CD39-3127-B763-930E-656AD72CE0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9800" y="1224983"/>
            <a:ext cx="4621213" cy="284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477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28DB0-D99E-388A-5B34-7C4ADF6F3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BBB611DE-EC0D-63E9-7911-A32AACACD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04FB6809-7B54-6189-699D-A51072E24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12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462A35BD-0DDB-CF07-7948-03A5EC65C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ChatGPT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3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Selenium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E431B06A-9CCD-AA61-C75C-8646E84481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50937BDF-C11D-CD36-D15E-15FAAD470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4C4C866-29F1-5B06-B54C-DEFA6803320D}"/>
              </a:ext>
            </a:extLst>
          </p:cNvPr>
          <p:cNvSpPr txBox="1">
            <a:spLocks/>
          </p:cNvSpPr>
          <p:nvPr/>
        </p:nvSpPr>
        <p:spPr>
          <a:xfrm>
            <a:off x="5158416" y="1219200"/>
            <a:ext cx="3528384" cy="493776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Durante a execução o utilizador é informado que o browser está a ser controlado pelo software de teste.</a:t>
            </a:r>
          </a:p>
          <a:p>
            <a:pPr marL="342900" lvl="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No entanto é possível através de comandos que a execução seja feita sem que a janela do browser 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seja exibida </a:t>
            </a:r>
            <a:r>
              <a:rPr lang="pt-PT" sz="2000" b="1" i="1" noProof="0" dirty="0">
                <a:latin typeface="Arial" pitchFamily="34" charset="0"/>
                <a:cs typeface="Arial" pitchFamily="34" charset="0"/>
              </a:rPr>
              <a:t>‘</a:t>
            </a:r>
            <a:r>
              <a:rPr lang="pt-PT" sz="2000" b="1" i="1" noProof="0" dirty="0" err="1">
                <a:latin typeface="Arial" pitchFamily="34" charset="0"/>
                <a:cs typeface="Arial" pitchFamily="34" charset="0"/>
              </a:rPr>
              <a:t>options.add_argument</a:t>
            </a:r>
            <a:r>
              <a:rPr lang="pt-PT" sz="2000" b="1" i="1" noProof="0" dirty="0">
                <a:latin typeface="Arial" pitchFamily="34" charset="0"/>
                <a:cs typeface="Arial" pitchFamily="34" charset="0"/>
              </a:rPr>
              <a:t>("--</a:t>
            </a:r>
            <a:r>
              <a:rPr lang="pt-PT" sz="2000" b="1" i="1" noProof="0" dirty="0" err="1">
                <a:latin typeface="Arial" pitchFamily="34" charset="0"/>
                <a:cs typeface="Arial" pitchFamily="34" charset="0"/>
              </a:rPr>
              <a:t>headless</a:t>
            </a:r>
            <a:r>
              <a:rPr lang="pt-PT" sz="2000" b="1" i="1" noProof="0" dirty="0">
                <a:latin typeface="Arial" pitchFamily="34" charset="0"/>
                <a:cs typeface="Arial" pitchFamily="34" charset="0"/>
              </a:rPr>
              <a:t>")’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.</a:t>
            </a:r>
            <a:r>
              <a:rPr lang="pt-PT" sz="2000" b="1" i="1" noProof="0" dirty="0">
                <a:latin typeface="Arial" pitchFamily="34" charset="0"/>
                <a:cs typeface="Arial" pitchFamily="34" charset="0"/>
              </a:rPr>
              <a:t> </a:t>
            </a:r>
            <a:endParaRPr kumimoji="0" lang="pt-PT" sz="2000" b="1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DB6E2CB-9EAD-9623-E632-3CC015A48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0878724-DF9B-259F-042A-8799937EB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96813C0-7DD8-CD9C-775A-2594E24DDE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A7FCB0C-30FC-D9F8-FC87-148683612CA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A51E519-90A1-17CC-9707-45D0DB5A9AE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4415F1B5-C34B-DC29-0C0D-135E9F67393E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B7C1DF1-9FA2-FEF4-8A9D-EB9636D54B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388" y="1116230"/>
            <a:ext cx="4646865" cy="503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802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DBAE2-C564-50F2-F69B-67DEA1F8D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C99C21AE-2485-3097-D073-D08FD2251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EE8887D-518A-8C7A-4C88-2B0609A7B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13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05A31DCF-98E8-F5A3-FDBE-BEDC09F1E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ChatGPT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3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Selenium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Output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EF3E227E-44F8-87C0-FE37-8F0029F9FBB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16B9B54E-4556-2539-6992-743A39A80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0CB17AAE-73EF-F0B5-B4E7-451B6AA28444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EA59598-57D6-A303-251B-E2D0CB1A1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5745F5A-C7E3-3935-0630-18099635BC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4D2FB21-657A-4DB9-ACB6-E2D19003CFC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12B87BF1-DFE1-DC7C-DB8F-CE4D2B1ED984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1F377FF-7B4E-F0C7-49E2-37F52A47B67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78F0FCB9-54DE-49E1-DC59-54F83205CCF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072EC9D-8F82-842A-EE17-A2AF80DB23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490637"/>
            <a:ext cx="7696200" cy="151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359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A9D79-633B-0BB1-40B2-4B16A5386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1025D187-B8CC-E80C-D26D-0B91E653E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823B2AA4-548D-1441-E282-5D4796A47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14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3368697-B8F5-8945-FE6D-70E40DE63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ChatGPT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4 API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Endpoints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9E7FDD9F-10BA-94E7-90A1-D16EA273043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EB53BD38-779F-E766-5438-97E859A11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84ED35C5-4D47-B140-3727-B60C2764D339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noProof="0" dirty="0">
                <a:latin typeface="Arial" pitchFamily="34" charset="0"/>
                <a:cs typeface="Arial" pitchFamily="34" charset="0"/>
              </a:rPr>
              <a:t>Atualmente muitos websites recebem a sua informação através de API </a:t>
            </a:r>
            <a:r>
              <a:rPr lang="pt-PT" sz="2000" noProof="0" dirty="0" err="1">
                <a:latin typeface="Arial" pitchFamily="34" charset="0"/>
                <a:cs typeface="Arial" pitchFamily="34" charset="0"/>
              </a:rPr>
              <a:t>calls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 que retornam ficheiros JSON que são depois apresentados. O quarto exemplo fornecido demonstra este situação em que a extração é feita diretamente do JSON recebido como resposta.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CC57DEF-074B-DF40-FED1-C5F0BB11B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8A88C40-430D-4408-FE6D-B60ED93AF3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0C1F90F-ACB9-DB84-4984-0BD41057BB7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6BFF9DBB-4717-BFC7-B1C7-4426C5A00AE1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76E3E46-E75A-1A2E-75FB-1CD4F9BE6A1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9C3B4A5-2E4C-7E98-B858-6301E14C46CD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D93F621-77AF-8944-09C5-B5686AFEC9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5335" y="1247501"/>
            <a:ext cx="6239746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735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61C1F-21E8-217C-D3E7-77959413C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83252B9-F174-2E60-9004-49466DBB5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3F636E6D-8A35-F80F-66FA-14D2261E3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15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8C474491-2551-3B19-0CAC-19EBBD5DC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ChatGPT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4 API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Endpoints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6F8B534A-628B-C46D-B6EC-26E5BF9570B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7372825F-C368-27B6-0246-0518FBA1D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D076C801-BC1D-39C3-8C28-8A08B047332A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Estrutura do JSON retornado no 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Endpoint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pt-PT" sz="1400" noProof="0" dirty="0">
                <a:latin typeface="Arial" pitchFamily="34" charset="0"/>
                <a:cs typeface="Arial" pitchFamily="34" charset="0"/>
              </a:rPr>
              <a:t>Fonte: </a:t>
            </a:r>
            <a:r>
              <a:rPr lang="pt-PT" sz="1400" noProof="0" dirty="0">
                <a:latin typeface="Arial" pitchFamily="34" charset="0"/>
                <a:cs typeface="Arial" pitchFamily="34" charset="0"/>
                <a:hlinkClick r:id="rId3"/>
              </a:rPr>
              <a:t>https://jsonplaceholder.typicode.com/posts</a:t>
            </a:r>
            <a:r>
              <a:rPr lang="pt-PT" sz="1400" noProof="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0FC5675-D8F3-197F-D4E4-0340D8F3B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2010A77-A377-F491-C165-CC8850D4A5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94276E-2FEE-C327-E50D-1A0863C7D7F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EBE1AF6-65E9-6F00-1881-ADA404DF86B3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85CFF97-C90C-7AA7-E688-186D44C1AB9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744F792A-7D83-6AA6-A31E-979239073226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DD8830F-2BA9-B700-7D1A-2A8E0E723B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669" y="1166458"/>
            <a:ext cx="8879304" cy="3141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701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4DA60-7DA8-F2F6-E205-B33850A9D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81E7AFB1-1EAC-5AE8-E3AF-3FA595E25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96A3EF10-D3A3-D95F-D1DC-775C6E888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16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13C2C35D-BFFD-9E0A-37E1-1FB0508BB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ChatGPT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4 API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Endpoints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4BEBE334-E10A-72DF-7B92-E77A65847E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B33B13A8-C555-8BB3-2D96-47F885547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48B0A96B-A018-04D8-D021-86D63DE98FC8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2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O </a:t>
            </a:r>
            <a:r>
              <a:rPr kumimoji="0" lang="pt-PT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código fornecido vai extrair diretamente a informação do JSON proveniente da API cal e apresentar o ‘</a:t>
            </a:r>
            <a:r>
              <a:rPr kumimoji="0" lang="pt-PT" sz="2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title</a:t>
            </a:r>
            <a:r>
              <a:rPr kumimoji="0" lang="pt-PT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’ e o ‘body’ dos primeiros 5 elementos. </a:t>
            </a: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pt-PT" sz="1400" noProof="0" dirty="0">
                <a:latin typeface="Arial" pitchFamily="34" charset="0"/>
                <a:cs typeface="Arial" pitchFamily="34" charset="0"/>
              </a:rPr>
              <a:t>Fonte: </a:t>
            </a:r>
            <a:r>
              <a:rPr lang="pt-PT" sz="1400" noProof="0" dirty="0">
                <a:latin typeface="Arial" pitchFamily="34" charset="0"/>
                <a:cs typeface="Arial" pitchFamily="34" charset="0"/>
                <a:hlinkClick r:id="rId3"/>
              </a:rPr>
              <a:t>https://jsonplaceholder.typicode.com/posts</a:t>
            </a:r>
            <a:r>
              <a:rPr lang="pt-PT" sz="1400" noProof="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F90455E-2E0D-B059-2574-9699DDD1E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C82DB16-BEA8-3AE1-B7F0-786DFA3ED8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BDAA005-87ED-20EE-9F9D-D53BB44F8D2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B05F736E-5F21-A68A-8DCA-3863C603F282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D44C42D-A25B-1F1D-943B-BD89F7735E9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4CF392C-A96F-741E-C7DC-C4E9D67CB377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D393DEF-1814-A49A-9D75-F42C74F879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5335" y="1247501"/>
            <a:ext cx="6239746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940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B76E8-4E9C-122C-71FC-949F8F27D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A60809B9-D31C-0F0D-94D9-185F4799F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5768AC47-1D0C-6781-3219-1E3FF18BA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17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7B6BB2A4-6334-AC8D-96AB-C1BCE18D3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ChatGPT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4 Output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64711FBA-078C-5655-518C-432F3EFC954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732839A5-C47E-7FB5-8A38-272BE8A96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918D4001-CD47-DC4A-C997-1EB489178A43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51C56BE-0B5B-5BF1-B102-D3A6949BA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FBBBA34-5861-FC2A-143B-8E7B01249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DE72A97-E91B-0E3A-AA24-40EE475E32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59FC93DE-33B2-BB52-7A0F-3FADFFC3BDEC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1D2CA4C-3764-C278-3FC2-5EEF1DF42CA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96EE87B6-C9C0-8950-4A7C-F50E2163FBD1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3A7818F-ACE3-4828-1539-E5C531B6E4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939" y="2155110"/>
            <a:ext cx="7553922" cy="207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946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BD232-11E9-13EA-3D71-C6C744F16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E75507A6-DB9B-E3EA-BD84-F104DD070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37498B9-1552-5A24-EFE7-23D885B89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18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6C3A37E9-658F-B768-A85F-21AE69BE4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ChatGPT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4 Output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892BCE88-BD3E-8CD9-7461-9FBF291CB4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F5D95E84-1C28-1958-720C-8E464A970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13A706A1-2AAA-C71E-62CE-5F05CF5804A8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Conhecendo a estrutura do JSON retornado pode facilmente ser adaptado para apresentar informação diferente. Neste exemplo foi alterado para apresentar o 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UserId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e o ID.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40FA3EB-DD66-B55E-C68E-FA8A4A148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8204BAB-9CB0-E37B-8AB0-CBFBEE9E5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0E5DA8D-5D73-74C5-C0C0-3A72A053A50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58222951-A19D-6146-A40C-3B338CA1F2F9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5D0C01D-2E57-031F-448C-16A173B2F66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BDE7FD5F-79CB-B684-6C8D-C03477DC7ECD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5CF07ED-8D74-8459-7488-6DD083A050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3238" y="1304291"/>
            <a:ext cx="5001323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964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A8787-5803-389A-19B1-547163EC5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2F3564E5-5568-906C-D621-6E0A0CE48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81634A9B-2138-61D2-994E-23ED4BED8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19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3EB99ABB-5715-B36E-A307-8EBD7B36B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ChatGPT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4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96998008-0B43-EF2A-8D53-CD066146730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3A038E6C-B7E2-57F0-DF4C-4297DAA1F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6A8B0FCB-E49A-477B-576B-C62F1AA6740B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Conhecendo a estrutura do JSON retornado pode facilmente ser adaptado para apresentar informação diferente. Neste exemplo foi alterado para apresentar o 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UserId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e o ID dos primeiros 5 elementos.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8292136-0D2E-EE66-53B8-C8042F160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7DBFF7F-5E4D-6CD0-674D-7EB221C5C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8F9BB28-48B9-A0A7-9221-C2ED45E032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65D9337B-D469-155C-8CE2-E95E6E32050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C19749B-86A9-0AEF-42A8-1E4D0273CD4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1C2794E9-91BF-6CC2-E4E6-C4B841CDD669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79F341E-38A9-7655-B7C0-40071514EA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4367" y="1080135"/>
            <a:ext cx="5001323" cy="188621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C8739A0-AA4A-7780-7BCB-71C5A31367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0888" y="5123926"/>
            <a:ext cx="1362265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576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69FB6-5BA8-CAE7-6D44-EC55E8089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284BB0A9-7960-A1F2-0067-A2A35A5F7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08B0CEE-ACBA-729A-D043-D707E49FD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20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A3163673-A678-C6E1-74F2-AEF04FDB5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ChatGPT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5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DE0D3E7A-AA07-75D5-39FC-56143394AE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2A6BB37C-5965-93CE-9028-AE1134BAA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A3BFE37B-0E65-9106-838F-1EE855122734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O quinto e ultimo exemplo originado pelo 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prompt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apresenta um exemplo simples que apresenta a utilização de 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headers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para evitar a deteção por parte do website caso exista bloqueio contra 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scraping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. Em vez do 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default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header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é adicionado um 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header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que simula o que seria esperado de um browser real e são adicionados 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delays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aleatórios durante a extração para evitar que seja detetado como sendo um 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bot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2EE9957-EF21-4909-9F77-F0454651F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5C33475-D6F4-3F73-AF56-DE7F5E2E4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E0F09B9-3CEF-7DC2-22B2-1AE49FD6B4D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CDFC136B-8B16-B792-1EC2-7C8A1B7DE26E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76EE62D-5FA4-FD08-DCF6-A51BD327BF7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36A5A50E-19F5-F7D8-0DEF-531DEAD74FE4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</p:spTree>
    <p:extLst>
      <p:ext uri="{BB962C8B-B14F-4D97-AF65-F5344CB8AC3E}">
        <p14:creationId xmlns:p14="http://schemas.microsoft.com/office/powerpoint/2010/main" val="337153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7A3B6-78A9-D761-966A-380C29C07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054A5182-C539-A2DC-9900-FCD7D2B61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48E23959-4AB1-1D51-220E-0BF07A010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21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CCF083DD-F38E-12A9-26B8-46A282515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ChatGPT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5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8DB008C2-21E9-C6B6-EBC9-6B3C7A21E2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A2A31A6C-CF24-5235-D938-BEFE55D8D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9366F5EB-5DCB-20DC-19BA-7F3EB2EBD012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noProof="0" dirty="0">
                <a:latin typeface="Arial" pitchFamily="34" charset="0"/>
                <a:cs typeface="Arial" pitchFamily="34" charset="0"/>
              </a:rPr>
              <a:t>O exemplo fornecido apenas valida se a tentativa de extração retorna como sucesso.</a:t>
            </a: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C581738-9EE9-0EF4-E1E6-A534E0A05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4A0FBDA-3AB7-041D-C410-8C2D98087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C400FD8-F75A-6A29-0170-D3E9BA4E5E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A5FD1F6D-3889-2F7B-B0D7-76D84181CE73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BD83033-23DF-0AC2-ABBF-59D443A0CD8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B1CEF61C-DCCA-404B-0698-B2F84B4A3711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031F79D-530F-FCF0-EB4C-F7908D963F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734" y="1461276"/>
            <a:ext cx="8077200" cy="230665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DD749F2-F3D0-CADE-B31D-D31C8F2544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5250721"/>
            <a:ext cx="2476846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8776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A3A8B-1D54-60BC-7D2A-32D59A7E3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01103E9F-9E6C-215A-9651-F0734215B9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3976FF0C-D235-DCBA-49F2-09D7E189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22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5765FAEC-E527-0C7A-44A0-0CA31AB05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DeepSeek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1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8DDAF8E0-38B8-321A-2E6B-170AAE88A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9154B4B1-EC41-C458-C578-2408F8D06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7FC10918-BF90-CEE3-0129-06934596081C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O primeiro exemplo apresentado usa a biblioteca </a:t>
            </a:r>
            <a:r>
              <a:rPr kumimoji="0" lang="pt-PT" sz="2000" b="1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request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e </a:t>
            </a:r>
            <a:r>
              <a:rPr kumimoji="0" lang="pt-PT" sz="2000" b="1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BeautifulSoup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para extrair informação de uma página estática. Ambos os modelos usaram o mesmo website como alvo para a extração de dados.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5FDCCE3-D811-BF59-DCD1-ABB79BBF6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19758F6-2F11-4014-2EFD-D716D945F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A1D3F4-0DC6-5832-5900-C0024DAB9BE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9A483778-5306-9904-622B-91402272A85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ECEBE05-A5ED-8511-EA59-16BBC941A6D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0C6862AF-36BE-5C09-926D-9BB731353193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7A97932-E5A7-7E3E-7C10-2E768BC733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0321" y="1079333"/>
            <a:ext cx="4323357" cy="310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653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E28BA-93F4-F91E-7A3C-FE3565AA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9061C237-63A1-AD5C-2652-C519874D0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633BCA01-FE95-1295-3ED2-54AB3B147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23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FF36B1EA-8D54-388D-BA40-4909B573D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DeepSeek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1 Output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38D3DD0A-FAB9-649D-806B-CF46DF725F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9FB4C797-81AE-1D07-2FD0-58B2CC0DF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FB42F106-3E79-C766-AFA9-35245286010D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D47063B-6AF6-3671-EC2B-582C0136C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D9E9A32-C12B-2059-F48A-54D54CFB5B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07B6F3E-BC69-77BC-9E1A-C75F2928BB7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43B84AD9-A1B2-0409-B9EF-5D00815698D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863B404-1160-4680-96AD-270A6F7B406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7DDF2467-42EA-0714-D10A-1EECF6D12047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9FA33CE-7F3E-B34F-A0DD-F61AAFAC9B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953" y="1600200"/>
            <a:ext cx="8025893" cy="2833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6371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AA9EE-6A81-DFB3-2555-647AED2E1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552E3E23-FB17-5404-F5B1-BE0777EDF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5413C762-9983-E297-4162-451B17A94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24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C95858B1-DDFF-7877-AE9F-2E876FCBD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DeepSeek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2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BE37C051-8C6B-1269-6E39-C27624E14CF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D864F40D-0B31-C13E-0D6B-9152B6F83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1EE697D4-160D-0A01-7FEE-9AA4934F3EBB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F423215-F8D5-4F1E-AFB5-05C17356E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80225CF-BCF4-44EC-604B-184CABC13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7A3F1EB-E7F5-0172-6DA3-EA74A44991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B8C71875-2843-8D58-1825-0594B0E53619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C526DDD-8160-809B-EE5D-48A189A4D24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EE3973BD-136E-BDB8-49D4-BF7CEAD51C62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9F69500-513C-5014-8150-3BA38F3379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9800" y="1222063"/>
            <a:ext cx="5224422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3840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B7C3A-568A-9C8E-1E1D-B65354C23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4F9529F1-B6D6-BE99-99D5-827C0516F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59D51BAD-C602-85A6-9485-CBDE58F7A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25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D20D23D-615E-BA44-17F4-5B079A509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DeepSeek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2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ADFEEB5F-A085-8E11-680E-DC9992AA9F8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DDC84C8F-99A7-7E9F-ADBE-BAE2854217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A553C233-46E6-7728-D34E-2EAAE317A807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noProof="0" dirty="0">
                <a:latin typeface="Arial" pitchFamily="34" charset="0"/>
                <a:cs typeface="Arial" pitchFamily="34" charset="0"/>
              </a:rPr>
              <a:t>O segundo exemplo considerado como nível ‘intermedio’ pelo modelo utilizado vai de encontra ao exemplo gerado pelo modelo da </a:t>
            </a:r>
            <a:r>
              <a:rPr lang="pt-PT" sz="2000" noProof="0" dirty="0" err="1">
                <a:latin typeface="Arial" pitchFamily="34" charset="0"/>
                <a:cs typeface="Arial" pitchFamily="34" charset="0"/>
              </a:rPr>
              <a:t>OpenAI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noProof="0" dirty="0">
                <a:latin typeface="Arial" pitchFamily="34" charset="0"/>
                <a:cs typeface="Arial" pitchFamily="34" charset="0"/>
              </a:rPr>
              <a:t>A complexidade deste exemplo aumenta face ao primeiro com a adição da navegação entre páginas.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3056337-205F-2D9E-EBC6-C48ECCDB1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BCE4BF6-691D-8F09-106A-C068439FE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CCA78B9-3312-8162-B698-6790563327B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75A4ABEB-9A28-DCBE-4C7C-9049706D0AB0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AEB3C87-4EBC-4764-2B3D-593EB6FAFC5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82E6029E-F8BB-B1AF-36EA-93E89BCAD963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</p:spTree>
    <p:extLst>
      <p:ext uri="{BB962C8B-B14F-4D97-AF65-F5344CB8AC3E}">
        <p14:creationId xmlns:p14="http://schemas.microsoft.com/office/powerpoint/2010/main" val="10492922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6B993-78C8-F853-13BB-311DD9F22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82D525F-83F9-B6E3-BDFC-A36175A8E1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80C395DE-4955-1290-1107-A47F0CFF0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26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ABA973F2-88CB-EF82-4CA5-C36495E10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DeepSeek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2 Output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63127F0B-BE40-4F8C-3F44-17C147D8DB2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6109D94F-2297-88F3-0DB0-A633FDCC8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9831FF32-6376-8163-853F-F38DF2ADA8FA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D095D32-62D3-AC6C-498B-E2F925DB8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DFD8ADA-E4CA-95EE-C6D4-3564113D1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EF03174-CFFF-E81D-D4E6-225DFC0723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B22646E4-93C7-FA49-54F7-C9B4FD8C3E43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22669B6-0653-84B2-8DBC-58E16C7014B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D34497A-05EB-AC6B-022B-F0167A74C3B1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72F5F4C-6722-AD0A-7007-B444ABC489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5" y="1653637"/>
            <a:ext cx="8205655" cy="361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890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54541-9B25-B764-C1E5-594D4810D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CAD51928-1526-44BE-CFF7-DB084A362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EBCC86C0-8AA4-5EC5-287D-57C55CA8A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27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6C08A6D9-EED5-44E0-CB64-A19A40D02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DeepSeek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3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12BB2BAD-4A8D-43FC-2C52-B035CD4990C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B7B3D6C2-A01F-14F8-40D4-364EF4A4B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F1C36E20-6597-C1BC-375A-42B0E2740C37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O terceiro exemplo utiliza 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Selenium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web driver indo de encontro aos resultados apresentados pelo modelo da 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OpenAI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noProof="0" dirty="0">
                <a:latin typeface="Arial" pitchFamily="34" charset="0"/>
                <a:cs typeface="Arial" pitchFamily="34" charset="0"/>
              </a:rPr>
              <a:t>O exemplo apresentado pelo modelo </a:t>
            </a:r>
            <a:r>
              <a:rPr lang="pt-PT" sz="2000" noProof="0" dirty="0" err="1">
                <a:latin typeface="Arial" pitchFamily="34" charset="0"/>
                <a:cs typeface="Arial" pitchFamily="34" charset="0"/>
              </a:rPr>
              <a:t>DeepSeek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 apresenta uma estrutura mais completa como o uso da biblioteca </a:t>
            </a:r>
            <a:r>
              <a:rPr lang="pt-PT" sz="2000" b="1" noProof="0" dirty="0">
                <a:latin typeface="Arial" pitchFamily="34" charset="0"/>
                <a:cs typeface="Arial" pitchFamily="34" charset="0"/>
              </a:rPr>
              <a:t>Pandas 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para a criação de um data </a:t>
            </a:r>
            <a:r>
              <a:rPr lang="pt-PT" sz="2000" noProof="0" dirty="0" err="1">
                <a:latin typeface="Arial" pitchFamily="34" charset="0"/>
                <a:cs typeface="Arial" pitchFamily="34" charset="0"/>
              </a:rPr>
              <a:t>frame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 e posteriormente guardar em formato </a:t>
            </a:r>
            <a:r>
              <a:rPr lang="pt-PT" sz="2000" noProof="0" dirty="0" err="1">
                <a:latin typeface="Arial" pitchFamily="34" charset="0"/>
                <a:cs typeface="Arial" pitchFamily="34" charset="0"/>
              </a:rPr>
              <a:t>csv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 e fazer uso de configurações disponíveis na biblioteca </a:t>
            </a:r>
            <a:r>
              <a:rPr lang="pt-PT" sz="2000" b="1" noProof="0" dirty="0" err="1">
                <a:latin typeface="Arial" pitchFamily="34" charset="0"/>
                <a:cs typeface="Arial" pitchFamily="34" charset="0"/>
              </a:rPr>
              <a:t>Selenium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 para que o browser corra no background e reduza o uso de recursos.</a:t>
            </a:r>
            <a:endParaRPr lang="pt-PT" sz="2000" b="1" noProof="0" dirty="0">
              <a:latin typeface="Arial" pitchFamily="34" charset="0"/>
              <a:cs typeface="Arial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ED11821-21A6-D79F-5AFD-026D2E5AB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125287C-BDF0-081C-6885-40D7F8A27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77AFBD9-FDF8-47A9-FC90-5FB1E34545E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F95B4BE3-71DB-E07F-AFC0-DD780C456082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252383B-47D9-C486-B516-B593803DDD5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4A8775F7-FD80-ECF7-3A4E-54BC78B0FE3D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</p:spTree>
    <p:extLst>
      <p:ext uri="{BB962C8B-B14F-4D97-AF65-F5344CB8AC3E}">
        <p14:creationId xmlns:p14="http://schemas.microsoft.com/office/powerpoint/2010/main" val="18368060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46C29-8F9B-E851-D9D1-BA8369325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1ED61C2E-1543-B764-F99B-2207885C4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897FA0DB-FFD4-E844-F28C-72CDFAD48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28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19D254FC-FCC5-860C-5277-6DCD58366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DeepSeek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3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CAC1DCBD-D574-9180-D694-6510B6756F2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87896142-A9EE-7153-22FC-71963B844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EC1CF4B4-C0ED-6144-5B0F-F74CC2DB1BD7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D1BD10C-56C5-7825-6A45-A6D868170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FF22442-A5F0-57D3-8580-B4A9DD0E3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1C8B990-6E43-89B3-FB51-8F0024DBF5D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14E9C1AA-5656-F34F-2BDF-88B155FB053A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26B9DBB-AFD7-AA27-37CC-2A114748954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6AD9516F-84CE-6A3B-D3CE-F2C78585781D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CB3AB52-9737-1065-DE31-D5B8236DB9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349" y="1305756"/>
            <a:ext cx="4643717" cy="510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269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34B20-6616-555F-61E6-AE87E32D4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4395B6B1-1746-8375-A5FC-51E85A9E4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BB40F836-E04D-DD34-F5EA-1A8BF68CE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29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537EBD34-C7EB-831C-679D-B61CD403A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DeepSeek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3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A6F33A3-F8C7-63B5-A8A5-65D5ABAC68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03C10FF6-2631-0691-428D-511BA2C33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4099228-A031-F3F5-909B-9D53898C74B6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B55BD86-5556-2672-B8B5-CDD9A7411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7DBAF33-29BB-7BEA-636E-72C7952914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9579088-C14C-F9D6-9ED6-2D6DAA36BAD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5C57DC7E-4044-D99A-419F-5102E20D32E1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E5B4BC1-07C2-7D41-B919-E379E3C4173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6632D577-EFB5-0396-B391-C669964C977C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A0AEE6C-B7E5-E55B-7608-C627CF67D8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0679" y="1046875"/>
            <a:ext cx="4099622" cy="530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4830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E6353-852A-ED3C-D0AE-FF7240116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5EED7DE-719C-8E2C-A94A-ABBDE6811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6582675E-CE11-3829-B300-E5B39A9B4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30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79E8094B-6CBD-0363-34AB-20ED77A40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DeepSeek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3 Output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76528FB4-7419-68A6-50C6-0CEC44D1479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F8D6A413-B467-D62A-724C-164A6CEF9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BEB7C0C3-F3CB-0C65-AD2C-1DB12DE468BF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Resultado obtido através do uso dos métodos disponibilizados pela biblioteca </a:t>
            </a: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Pandas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para organizar e guardar em formato 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csv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D3767BB-F22B-D2C8-0773-2CF5B12B1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8E39C27-9E58-B678-B93A-693847100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84F84F1-A8AF-6F0F-9E9A-E83FC706E71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BE001D87-CAC0-1EF4-CD8F-160A8F11A516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906CD53-DE3D-AA85-23F5-F286CFA9530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9E27F900-A2DD-681D-8AEC-D8E59DAE8659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514DA8F-2E18-D530-C678-2D9845B31E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2600" y="1638733"/>
            <a:ext cx="5382376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3582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924B5-EF3D-6E29-13B7-FBDA7C67F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95173186-4357-3877-10EA-4A2A669C5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A9425D2-57F9-DBEB-9950-25344CBCC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31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8E7EFBB9-8A9D-3925-F97C-26C9C4676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DeepSeek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4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B8BB9A4C-1A07-224A-1A97-BDCCF339E6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2F4C6C13-86B6-239A-44D7-4BF5D2987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44BD8A91-E4C8-D4E3-345C-4299FD2A157F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O quarto exemplo apresenta uma 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framework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que não foi apresentada nos exemplos fornecidos pelo 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ChatGPT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. Neste exemplo é apresentado o </a:t>
            </a:r>
            <a:r>
              <a:rPr kumimoji="0" lang="pt-PT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Scrapy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, uma 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framework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open 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source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em 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python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desenvolvida para web-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crawling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pt-PT" sz="1400" noProof="0" dirty="0">
                <a:latin typeface="Arial" pitchFamily="34" charset="0"/>
                <a:cs typeface="Arial" pitchFamily="34" charset="0"/>
              </a:rPr>
              <a:t>Fonte: </a:t>
            </a:r>
            <a:r>
              <a:rPr lang="pt-PT" sz="1400" noProof="0" dirty="0">
                <a:latin typeface="Arial" pitchFamily="34" charset="0"/>
                <a:cs typeface="Arial" pitchFamily="34" charset="0"/>
                <a:hlinkClick r:id="rId3"/>
              </a:rPr>
              <a:t>https://scrapy.org/</a:t>
            </a:r>
            <a:r>
              <a:rPr lang="pt-PT" sz="1400" noProof="0" dirty="0">
                <a:latin typeface="Arial" pitchFamily="34" charset="0"/>
                <a:cs typeface="Arial" pitchFamily="34" charset="0"/>
              </a:rPr>
              <a:t>  </a:t>
            </a:r>
            <a:endParaRPr kumimoji="0" lang="pt-PT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9CDA9BF-A75B-501B-1752-33B270EC7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6E8A307-E679-7D65-8A8F-A4A9F97D67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040034C-E170-47F3-89D7-692FB7422F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9D5966C7-8A78-1368-12EE-AB1C73F5FF9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41BBAF1-0D75-5C1A-1730-6CB93713435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13E4CAE8-AF4F-E10D-9E98-F4FF4F3E3BC6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FCAE9EF2-16A2-3666-6A91-50AEEC06B5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6" y="4572000"/>
            <a:ext cx="9144000" cy="817905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5627866B-A3CA-7C1B-8076-863345ED286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638" y="3932133"/>
            <a:ext cx="4572638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7846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21F86-3842-B4C1-0EFC-D57BFA4BB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B2FBED87-73C1-F406-8CB6-B5AE13416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53F9F8BB-2853-21CE-442D-66AD27F44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32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8EAA591B-E695-8845-A45D-37F375BC6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DeepSeek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4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881C8779-4DA8-0435-2894-6D5C51D8FC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C3780C59-DC5D-B215-CFED-A7670B3D07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87EFC76D-352D-1103-BBFA-DBDC7317EA91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4294E61-3FB5-5FD6-E110-0B33E016D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7287AA9-6C4B-C09D-DBEA-B47149202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58B0DC6-3D98-FD03-1C3E-C7E3279D311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AD2C16C0-4157-5230-FC18-DDD7760C1905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03A0E1C-AA38-E289-559D-409DE0A67EC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C9E3BED9-7FA6-DEF8-3333-E94E0867966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A853271-EC05-BF82-CD7E-9D24D81350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15576" y="1096328"/>
            <a:ext cx="5224942" cy="52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0411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0C056-F2F0-1F6A-6F59-2407FAE0B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3CF1FC1A-A60B-CDF1-6DDE-AFD0E55A2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3F672B13-5E25-1538-8809-7DBBFD90A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33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D83D821D-480B-4389-08B5-52D9354AD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DeepSeek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4 Output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7F803B86-4E0C-8E58-9FA4-4C291E33A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01ECADCE-A9CC-6764-7D57-20A4F0BF8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69B39FB2-838D-072F-E759-0A90D7301112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noProof="0" dirty="0">
                <a:latin typeface="Arial" pitchFamily="34" charset="0"/>
                <a:cs typeface="Arial" pitchFamily="34" charset="0"/>
              </a:rPr>
              <a:t>Resultado do Output em formato JSON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2C6AA9C-A0AF-661F-7A26-0127E6F8E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AE1FEE3-8444-8F4F-2D69-9D0B72D9E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44D75AC-D307-757A-E4D0-D5608126EBA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09A32AED-42DC-A63F-6FB7-7DD54849C36F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F2CE113-CCAE-7258-ADDD-E7C448A5F63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80EDAD6-563B-9198-6B13-70D555612A2C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209FE99-68A3-964C-5043-2D098B9B6C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283502"/>
            <a:ext cx="9144000" cy="229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5418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21C87-A5CA-3B11-4B5E-1C302340D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20645C9B-D77B-83DA-47CA-E9FBFD2A5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05C4314-478E-FE69-7981-2ADD11D21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34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979D2A62-06EE-C4FC-CFE6-8359B9620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DeepSeek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5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3C6F8B1A-1D5E-50C3-F3D2-B6D23A50FFB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BCCD93F6-03C0-5ABB-4DE1-301D92EA0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88110887-7E36-556C-20AD-4C06D646299B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noProof="0" dirty="0">
                <a:latin typeface="Arial" pitchFamily="34" charset="0"/>
                <a:cs typeface="Arial" pitchFamily="34" charset="0"/>
              </a:rPr>
              <a:t>O quinto exemplo vai de encontra ao demonstrado pelo exemplo 4 fornecido pelo </a:t>
            </a:r>
            <a:r>
              <a:rPr lang="pt-PT" sz="2000" noProof="0" dirty="0" err="1">
                <a:latin typeface="Arial" pitchFamily="34" charset="0"/>
                <a:cs typeface="Arial" pitchFamily="34" charset="0"/>
              </a:rPr>
              <a:t>ChatGPT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 a extração é feita sobre o JSON retornado pelo </a:t>
            </a:r>
            <a:r>
              <a:rPr lang="pt-PT" sz="2000" noProof="0" dirty="0" err="1">
                <a:latin typeface="Arial" pitchFamily="34" charset="0"/>
                <a:cs typeface="Arial" pitchFamily="34" charset="0"/>
              </a:rPr>
              <a:t>endpoint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 pretendido.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noProof="0" dirty="0">
                <a:latin typeface="Arial" pitchFamily="34" charset="0"/>
                <a:cs typeface="Arial" pitchFamily="34" charset="0"/>
              </a:rPr>
              <a:t>Neste exemplo já são incluídos </a:t>
            </a:r>
            <a:r>
              <a:rPr lang="pt-PT" sz="2000" noProof="0" dirty="0" err="1">
                <a:latin typeface="Arial" pitchFamily="34" charset="0"/>
                <a:cs typeface="Arial" pitchFamily="34" charset="0"/>
              </a:rPr>
              <a:t>headers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 para simular um browser real e evitar a deteção </a:t>
            </a:r>
            <a:r>
              <a:rPr lang="pt-PT" sz="2000" noProof="0" dirty="0" err="1">
                <a:latin typeface="Arial" pitchFamily="34" charset="0"/>
                <a:cs typeface="Arial" pitchFamily="34" charset="0"/>
              </a:rPr>
              <a:t>anti-bot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 que o website possa ter.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2D6EC5B-1194-FABB-B6ED-5E86C3898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25F394B-E34D-9829-639E-C18E69DC7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DCEB5A2-DEE2-17B7-6DC5-10F20CA132A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0549872-E257-583E-A118-3E7C2AC23BC5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B999FA3-758E-5C27-40D6-287643CBB05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89B95E3D-C1CF-A0CD-24BB-91468C4C941F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</p:spTree>
    <p:extLst>
      <p:ext uri="{BB962C8B-B14F-4D97-AF65-F5344CB8AC3E}">
        <p14:creationId xmlns:p14="http://schemas.microsoft.com/office/powerpoint/2010/main" val="23082673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A8DF6-97F8-045A-2210-47AFF5044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B4C069CA-1E08-0C53-72FD-AB68585BD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744B5807-68FA-C653-0FA2-BCB080830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35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5CF57DD0-A4B8-FC0E-7BF0-6CBE171B2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DeepSeek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5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666F169C-A640-8DC5-FDCA-5EBB14DB81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0900AEE0-C054-1CB5-E78F-355183522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0FAA5197-E551-5517-ABDF-C3597AAC25B8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206AD17-6E8B-2F82-F0B9-D5CB18154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F17306A-B362-912D-3418-BEF6A2B8B8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00EADCF-9E85-759F-E4AF-62A0661709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A085A271-07D7-CEFB-FA2F-4F90B38486E4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53ADEBE-6BF9-8A1C-8B00-06610862ED5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7FF60722-25BE-DC50-504D-B878F73F28E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62090B5-48B6-0725-F78A-3EA824FB06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9455" y="1243387"/>
            <a:ext cx="4271505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8814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77AE4-3DCC-53CC-93C5-85A7077FF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5D571325-BA2E-3860-1E0D-ABD6D305B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FA660D99-E7B1-8906-D2C6-DDA4E75D3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36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C4D1E3F7-BD2B-AACD-E652-9F3B1CB67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DeepSeek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5 Output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2C06CB6A-33FD-FA75-C989-E8683988050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51B12ABB-D187-BCD6-937A-93439524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003BA135-922F-027B-0B6F-28433F9478C1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BD3E27B-727E-27E0-848B-CBBB744CB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3277B9B-D70F-FB34-0386-73018A24F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B902328-0165-CF38-CF62-6827CE9956B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450D5059-17B6-6A2A-A725-66FC4D22DEF3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830677E-7F59-DF4F-1C53-6740EEFB3C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00255369-C95D-1C90-9FC4-91A3BAE8F88C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1961676-D7B8-3D48-C9F6-6F85036FDE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14154" y="2314419"/>
            <a:ext cx="5315692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2055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72261-BF8C-D5DC-5F05-4C61A7527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5CA33E78-8DFB-BB62-EFD5-6F5C411B0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3E51796B-7E78-8F5E-A0BB-A3C1E1B80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37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AFBD2AC2-B154-3A70-65BF-629223308F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DeepSeek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6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5B051ADE-788E-2F65-5399-2FDA4E0E67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F3717C86-D592-4904-C9AA-0A405EE12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12C20710-EF5E-FD59-4CC8-F964F608FB75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O exemplo final fornecido pelo modelo do 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DeepSeek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demonstra como integrar os dados extraídos com uma base de dados neste caso relacional através da biblioteca </a:t>
            </a:r>
            <a:r>
              <a:rPr kumimoji="0" lang="pt-PT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sqlite3</a:t>
            </a:r>
            <a:r>
              <a:rPr kumimoji="0" lang="pt-PT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noProof="0" dirty="0">
                <a:latin typeface="Arial" pitchFamily="34" charset="0"/>
                <a:cs typeface="Arial" pitchFamily="34" charset="0"/>
              </a:rPr>
              <a:t>Ao contrário de base de dados com </a:t>
            </a:r>
            <a:r>
              <a:rPr lang="pt-PT" sz="2000" noProof="0" dirty="0" err="1">
                <a:latin typeface="Arial" pitchFamily="34" charset="0"/>
                <a:cs typeface="Arial" pitchFamily="34" charset="0"/>
              </a:rPr>
              <a:t>PostgreSQL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, esta biblioteca desenvolvida em C é leve e não precisa de um servidor separado. Toda a base de dados é armazenada em um ficheiro.</a:t>
            </a: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pt-PT" sz="1200" noProof="0" dirty="0">
                <a:latin typeface="Arial" pitchFamily="34" charset="0"/>
                <a:cs typeface="Arial" pitchFamily="34" charset="0"/>
              </a:rPr>
              <a:t>Fonte: </a:t>
            </a:r>
            <a:r>
              <a:rPr lang="pt-PT" sz="1200" noProof="0" dirty="0">
                <a:latin typeface="Arial" pitchFamily="34" charset="0"/>
                <a:cs typeface="Arial" pitchFamily="34" charset="0"/>
                <a:hlinkClick r:id="rId3"/>
              </a:rPr>
              <a:t>https://docs.python.org/3/library/sqlite3.html</a:t>
            </a:r>
            <a:r>
              <a:rPr lang="pt-PT" sz="1200" noProof="0" dirty="0">
                <a:latin typeface="Arial" pitchFamily="34" charset="0"/>
                <a:cs typeface="Arial" pitchFamily="34" charset="0"/>
              </a:rPr>
              <a:t>  </a:t>
            </a:r>
            <a:endParaRPr kumimoji="0" lang="pt-PT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noProof="0" dirty="0">
              <a:latin typeface="Arial" pitchFamily="34" charset="0"/>
              <a:cs typeface="Arial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2ABE308-2391-425C-D266-D4C7B27A1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03C0EEA-A4CF-D8F3-ABA4-EBB375B935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7239FE0-640F-5764-B52E-DE30B9F2848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DF4A4A3F-0DDD-A307-846F-E8FFAA1FB41A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0F1DFF9-D7DA-5014-197B-DF09005EEFB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9CC8BB93-B8AC-D638-9097-7CCD639C9CA8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</p:spTree>
    <p:extLst>
      <p:ext uri="{BB962C8B-B14F-4D97-AF65-F5344CB8AC3E}">
        <p14:creationId xmlns:p14="http://schemas.microsoft.com/office/powerpoint/2010/main" val="15645253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F3A23-868B-EAE8-A4C1-DD228B3E9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AF5F492D-C55A-DF38-D093-5442B89C2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7799C031-E6D5-6B3E-6CFE-B847C360C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38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630188B-AF71-11EC-E370-24BCAC4C9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DeepSeek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6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C3AC57C6-0545-26C6-84D6-69212C3E93D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EA0274B7-576A-D9CF-292C-748220940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777F4C30-4C3B-CE3B-17F4-C01EE73B3DDC}"/>
              </a:ext>
            </a:extLst>
          </p:cNvPr>
          <p:cNvSpPr txBox="1">
            <a:spLocks/>
          </p:cNvSpPr>
          <p:nvPr/>
        </p:nvSpPr>
        <p:spPr>
          <a:xfrm>
            <a:off x="4038600" y="1219200"/>
            <a:ext cx="46482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noProof="0" dirty="0">
                <a:latin typeface="Arial" pitchFamily="34" charset="0"/>
                <a:cs typeface="Arial" pitchFamily="34" charset="0"/>
              </a:rPr>
              <a:t>O output da extração é armazenado no ficheiro ‘</a:t>
            </a:r>
            <a:r>
              <a:rPr lang="pt-PT" sz="2000" noProof="0" dirty="0" err="1">
                <a:latin typeface="Arial" pitchFamily="34" charset="0"/>
                <a:cs typeface="Arial" pitchFamily="34" charset="0"/>
              </a:rPr>
              <a:t>scraped_data-db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’ que corresponde à base de dados.</a:t>
            </a:r>
          </a:p>
          <a:p>
            <a:pPr marR="0" lvl="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F675C36-C2C9-1626-5183-1C8EE8466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0FE1AFA-0047-0D28-F42F-5B86CBF3C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C464B1A8-FFDC-CB1C-4D6D-1FCD2F0D25B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FB465B48-5436-C61F-512F-181D71FF0DB2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A80C70B-6D6A-651B-0613-88D75EE4717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1BD590B6-65D4-9633-89A8-42F54D705E86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F650215-8B01-16ED-1059-273F0F2CFB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29" y="1241084"/>
            <a:ext cx="4043726" cy="473252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9CBAC7E-D8F9-3317-1956-EB778C70C9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6181" y="3205808"/>
            <a:ext cx="2419688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6257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39345-3D83-8893-320E-1043E8A71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A409EC83-DB1A-A43D-6B61-57A8E514F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C0F79841-276D-842F-53B1-2FCA24483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39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0498CE41-A468-3551-FB2C-986DD1B94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Gemini Exemplo 1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2866C810-B96F-B961-06B1-AC8226401C0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786A1E67-1587-53EF-E58B-E43A51718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D0A3829D-DEDD-6C5A-34E0-2635882C9701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noProof="0" dirty="0">
                <a:latin typeface="Arial" pitchFamily="34" charset="0"/>
                <a:cs typeface="Arial" pitchFamily="34" charset="0"/>
              </a:rPr>
              <a:t>Tal como em ambos os modelos testados anteriormente o primeiro exemplo utiliza </a:t>
            </a:r>
            <a:r>
              <a:rPr lang="pt-PT" sz="2000" b="1" i="1" noProof="0" dirty="0" err="1">
                <a:latin typeface="Arial" pitchFamily="34" charset="0"/>
                <a:cs typeface="Arial" pitchFamily="34" charset="0"/>
              </a:rPr>
              <a:t>request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 e </a:t>
            </a:r>
            <a:r>
              <a:rPr lang="pt-PT" sz="2000" b="1" i="1" noProof="0" dirty="0" err="1">
                <a:latin typeface="Arial" pitchFamily="34" charset="0"/>
                <a:cs typeface="Arial" pitchFamily="34" charset="0"/>
              </a:rPr>
              <a:t>BeautifulSoup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 para extrair informação de uma página estática.</a:t>
            </a:r>
          </a:p>
          <a:p>
            <a:pPr marR="0" lvl="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00CA7E5-55E9-2A7A-E171-A8CE251AD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65B6D57-20DB-8F56-DD40-5E5372E2C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B07FA6D-27F6-AB16-AD4F-851413870B1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73171F48-8266-77A2-EE73-F55A23405CFF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B521510-73A5-8CAA-DC14-86782DE136D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3420C3B2-032C-E37D-E207-128AF57DFF4A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9591270-6304-BE42-7B11-A2A7A37360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3023799"/>
            <a:ext cx="5157155" cy="332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0492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8B4F7-7F0A-A71C-EE38-8DCB58038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3CA1E784-FCDC-17D8-1F02-B3F8ED206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1DD654E-5373-254B-D523-64D522163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40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09AC861A-5BE8-77DA-0EE7-F5A7BFE79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Gemini Exemplo 2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1881F347-EEDB-A6B7-50B4-320C818DE08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ED6812A4-B60B-E4E5-D30E-EDD30BF7D6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88CC9EA3-2966-DDB9-1283-4DC8B8E127C9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noProof="0" dirty="0">
                <a:latin typeface="Arial" pitchFamily="34" charset="0"/>
                <a:cs typeface="Arial" pitchFamily="34" charset="0"/>
              </a:rPr>
              <a:t>Ao contrário dos modelos anteriores o Gemini não forneceu com base no </a:t>
            </a:r>
            <a:r>
              <a:rPr lang="pt-PT" sz="2000" noProof="0" dirty="0" err="1">
                <a:latin typeface="Arial" pitchFamily="34" charset="0"/>
                <a:cs typeface="Arial" pitchFamily="34" charset="0"/>
              </a:rPr>
              <a:t>prompt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 inicial um exemplo de extração com múltiplas páginas passando de páginas estáticas para o uso de </a:t>
            </a:r>
            <a:r>
              <a:rPr lang="pt-PT" sz="2000" b="1" i="1" noProof="0" dirty="0" err="1">
                <a:latin typeface="Arial" pitchFamily="34" charset="0"/>
                <a:cs typeface="Arial" pitchFamily="34" charset="0"/>
              </a:rPr>
              <a:t>Selenium</a:t>
            </a:r>
            <a:r>
              <a:rPr lang="pt-PT" sz="2000" b="1" i="1" noProof="0" dirty="0">
                <a:latin typeface="Arial" pitchFamily="34" charset="0"/>
                <a:cs typeface="Arial" pitchFamily="34" charset="0"/>
              </a:rPr>
              <a:t> 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para extração de dados de páginas com conteúdo dinâmico.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noProof="0" dirty="0">
                <a:latin typeface="Arial" pitchFamily="34" charset="0"/>
                <a:cs typeface="Arial" pitchFamily="34" charset="0"/>
              </a:rPr>
              <a:t>Tal como o modelo </a:t>
            </a:r>
            <a:r>
              <a:rPr lang="pt-PT" sz="2000" noProof="0" dirty="0" err="1">
                <a:latin typeface="Arial" pitchFamily="34" charset="0"/>
                <a:cs typeface="Arial" pitchFamily="34" charset="0"/>
              </a:rPr>
              <a:t>DeepSeek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 e ao contrario do exemplo fornecido pelo </a:t>
            </a:r>
            <a:r>
              <a:rPr lang="pt-PT" sz="2000" noProof="0" dirty="0" err="1">
                <a:latin typeface="Arial" pitchFamily="34" charset="0"/>
                <a:cs typeface="Arial" pitchFamily="34" charset="0"/>
              </a:rPr>
              <a:t>ChatGPT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 o exemplo já possui modo ‘</a:t>
            </a:r>
            <a:r>
              <a:rPr lang="pt-PT" sz="2000" noProof="0" dirty="0" err="1">
                <a:latin typeface="Arial" pitchFamily="34" charset="0"/>
                <a:cs typeface="Arial" pitchFamily="34" charset="0"/>
              </a:rPr>
              <a:t>headless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’ para que a simulação do browser corra no background.</a:t>
            </a:r>
          </a:p>
          <a:p>
            <a:pPr marR="0" lvl="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D96DD49-FF81-A7BE-2397-84E0BF667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130BF33-9CB9-EA2F-D33D-3929ADF2F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75B6A84-3CAE-859C-2CDB-FDA94936E3D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9EA9EAD6-1F67-5BCD-365F-0FF37BBC443E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D72E331-898C-05DD-4885-90AA63D1A44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60C4C7B6-C973-DC84-D695-9CD216EAF876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</p:spTree>
    <p:extLst>
      <p:ext uri="{BB962C8B-B14F-4D97-AF65-F5344CB8AC3E}">
        <p14:creationId xmlns:p14="http://schemas.microsoft.com/office/powerpoint/2010/main" val="8925598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D7E54-1762-AE46-89E7-5C128E120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CEBE85B9-4614-63AD-5CC6-AD9CBE7A9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4098D28E-D133-D4D0-BECD-683CDBFE0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41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DF321215-7B2E-E028-803D-0264DAD06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Gemini Exemplo 2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3552D2D3-48E5-93B1-07DD-B20346DC4DD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ED5AC992-63FD-9550-9A16-C73D13D7ED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9BA718F9-A2B3-07F6-6872-8ED51F1DDBB4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378BFFE-F3DC-D166-B663-5E12221C0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8A954E0-1673-0C36-7B4A-9C197B758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B1B6D4C-B770-EE3A-E968-A21F20E4FA4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03DDA75D-5B47-4EEC-FD85-DD84605B1571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3F945FC-CE58-9E1D-A2B3-8375F35884A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101C7760-4120-1455-659B-6116921333B9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51E39F9-7E7E-BE3D-060B-B8DC969DC5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1934" y="1166868"/>
            <a:ext cx="7005637" cy="525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1900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853A3-847B-08C0-67DE-6123E12D5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D5E4067D-BFC5-5D8D-265A-9BC723406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71AC2D7D-989A-9014-0177-E21F61DC1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42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3CD9B1EB-DD50-D85D-53B2-F2E430D06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Gemini Exemplo 3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B46B0074-3ECF-D7C4-7286-2D7DAB70EC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35328AC8-C521-ADB8-51CF-511111DE5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2155D942-52E3-66D4-C43A-56FA9156C905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O terceiro e ultimo exemplo fornecido pelo Gemini demonstra o uso da </a:t>
            </a:r>
            <a:r>
              <a:rPr kumimoji="0" lang="pt-PT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framework</a:t>
            </a: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pt-PT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Scrapy</a:t>
            </a:r>
            <a:r>
              <a:rPr lang="pt-PT" sz="2000" b="1" noProof="0" dirty="0">
                <a:latin typeface="Arial" pitchFamily="34" charset="0"/>
                <a:cs typeface="Arial" pitchFamily="34" charset="0"/>
              </a:rPr>
              <a:t> 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e tal como visto no </a:t>
            </a:r>
            <a:r>
              <a:rPr lang="pt-PT" sz="2000" noProof="0" dirty="0" err="1">
                <a:latin typeface="Arial" pitchFamily="34" charset="0"/>
                <a:cs typeface="Arial" pitchFamily="34" charset="0"/>
              </a:rPr>
              <a:t>DeepSeek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 demonstra a implementação de uma ‘</a:t>
            </a:r>
            <a:r>
              <a:rPr lang="pt-PT" sz="2000" noProof="0" dirty="0" err="1">
                <a:latin typeface="Arial" pitchFamily="34" charset="0"/>
                <a:cs typeface="Arial" pitchFamily="34" charset="0"/>
              </a:rPr>
              <a:t>spider</a:t>
            </a:r>
            <a:r>
              <a:rPr lang="pt-PT" sz="2000" noProof="0" dirty="0">
                <a:latin typeface="Arial" pitchFamily="34" charset="0"/>
                <a:cs typeface="Arial" pitchFamily="34" charset="0"/>
              </a:rPr>
              <a:t>’ para extração de dados.</a:t>
            </a:r>
            <a:endParaRPr kumimoji="0" lang="pt-PT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20DC862-5D95-29D8-E0C6-1ECD878EC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B1CF792-E491-93D5-5E11-60EFD3CD0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2DEB254-C894-67A7-C1FC-FD1D248C9FB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5C9D7B62-B9EA-B8C5-8BF1-3387F107713E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CD1F24B-74E3-D96C-F597-5778AB48E33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9FF4B01A-CA09-9DB6-803F-A7DAE4B570A7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</p:spTree>
    <p:extLst>
      <p:ext uri="{BB962C8B-B14F-4D97-AF65-F5344CB8AC3E}">
        <p14:creationId xmlns:p14="http://schemas.microsoft.com/office/powerpoint/2010/main" val="24995808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F9EE8-A73C-A60B-25C5-A02896BA0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C93A6F95-2F91-AD30-A8BE-DE532DAE2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1A17C4B1-14E9-6801-65A4-86AE10535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43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841EC0FC-BB86-92E5-AD44-3E28B5A2A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Gemini Exemplo 3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20EFF64A-B914-5D2F-1068-E3400646468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95529782-D04B-A8BB-99CD-F4A5B9071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213BBA9A-88FD-8318-CBA1-43336CF62F67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375459F-7CDF-D42D-FECA-27118DBFF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883AB7D-BE09-2F34-1321-DCB162B02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D7C8E16-2118-ECBD-C4C0-7D798A92E59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EF38015E-3C2B-1CA3-8A10-09250606D98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223EE0D-9E33-D08C-55F4-C25D0944582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22D5590-B3A7-41FD-2ABE-B46E27094CCA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EB96310-2AE4-294B-F88B-869CDB9F4E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64" y="1333975"/>
            <a:ext cx="7997313" cy="456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0215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E7EBA-3737-C537-3455-7CE21A0EE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F483304F-2C80-A87D-891E-F78EEDF4C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3B63ADF2-A7AD-C8E7-6BA3-B5894B876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44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3CD9E39F-F5B5-0610-A5BC-ED28F337E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Gemini Exemplo 3 Output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74ACAFAE-C67A-FBC4-15F2-4762F0D4D0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923CE1B8-1334-D815-A165-121DB689F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A356C76E-F432-719A-0C80-3A633915200A}"/>
              </a:ext>
            </a:extLst>
          </p:cNvPr>
          <p:cNvSpPr txBox="1">
            <a:spLocks/>
          </p:cNvSpPr>
          <p:nvPr/>
        </p:nvSpPr>
        <p:spPr>
          <a:xfrm>
            <a:off x="381001" y="1219200"/>
            <a:ext cx="8305799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PT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11335AB-7AB5-F0AC-C03C-A7480AF18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220662F-DDA7-A3C2-4C33-0BAB9ED96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9BE4D54-449E-3173-0E3B-DE68F88F3E7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FE15F5F2-43CA-0C91-DCC5-5D18A750C02E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48DC227-415B-0C57-31BF-91C86CE0402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E3B264E3-ECF5-0C1C-0F00-48454E630BA9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A5C3EC2-A1E7-F8B4-1EEF-C4D8D45875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565630"/>
            <a:ext cx="9144000" cy="172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5908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48A8F-CB6B-C301-4096-CF2AD289B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DE589B77-15B3-679F-0094-539EE7524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6BB67FB4-67F6-456E-7EC4-2DB4CD997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45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44589BA2-EB6D-7B5E-FBA2-A88C0B8B7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Conclusão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5C93A08C-2218-F316-B82A-CFA2D4907F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47C9E0E7-CD07-5804-E9E1-E2BB07ED7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E861C3E-299E-C30C-5BD0-F5C0A0B99795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5199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200000"/>
              </a:lnSpc>
              <a:spcBef>
                <a:spcPct val="20000"/>
              </a:spcBef>
              <a:defRPr/>
            </a:pPr>
            <a:r>
              <a:rPr lang="pt-PT" sz="2000" i="1" noProof="0" dirty="0">
                <a:latin typeface="Arial" pitchFamily="34" charset="0"/>
                <a:cs typeface="Arial" pitchFamily="34" charset="0"/>
              </a:rPr>
              <a:t>“</a:t>
            </a:r>
            <a:r>
              <a:rPr lang="pt-PT" i="1" noProof="0" dirty="0" err="1"/>
              <a:t>Give</a:t>
            </a:r>
            <a:r>
              <a:rPr lang="pt-PT" i="1" noProof="0" dirty="0"/>
              <a:t> me </a:t>
            </a:r>
            <a:r>
              <a:rPr lang="pt-PT" i="1" noProof="0" dirty="0" err="1"/>
              <a:t>examples</a:t>
            </a:r>
            <a:r>
              <a:rPr lang="pt-PT" i="1" noProof="0" dirty="0"/>
              <a:t> </a:t>
            </a:r>
            <a:r>
              <a:rPr lang="pt-PT" i="1" noProof="0" dirty="0" err="1"/>
              <a:t>of</a:t>
            </a:r>
            <a:r>
              <a:rPr lang="pt-PT" i="1" noProof="0" dirty="0"/>
              <a:t> </a:t>
            </a:r>
            <a:r>
              <a:rPr lang="pt-PT" i="1" noProof="0" dirty="0" err="1"/>
              <a:t>python</a:t>
            </a:r>
            <a:r>
              <a:rPr lang="pt-PT" i="1" noProof="0" dirty="0"/>
              <a:t> </a:t>
            </a:r>
            <a:r>
              <a:rPr lang="pt-PT" i="1" noProof="0" dirty="0" err="1"/>
              <a:t>code</a:t>
            </a:r>
            <a:r>
              <a:rPr lang="pt-PT" i="1" noProof="0" dirty="0"/>
              <a:t> for web </a:t>
            </a:r>
            <a:r>
              <a:rPr lang="pt-PT" i="1" noProof="0" dirty="0" err="1"/>
              <a:t>scraping</a:t>
            </a:r>
            <a:r>
              <a:rPr lang="pt-PT" i="1" noProof="0" dirty="0"/>
              <a:t>. Basic to </a:t>
            </a:r>
            <a:r>
              <a:rPr lang="pt-PT" i="1" noProof="0" dirty="0" err="1"/>
              <a:t>Advanced</a:t>
            </a:r>
            <a:r>
              <a:rPr lang="pt-PT" i="1" noProof="0" dirty="0"/>
              <a:t> </a:t>
            </a:r>
            <a:r>
              <a:rPr lang="pt-PT" i="1" noProof="0" dirty="0" err="1"/>
              <a:t>extraction</a:t>
            </a:r>
            <a:r>
              <a:rPr lang="pt-PT" i="1" noProof="0" dirty="0"/>
              <a:t>”</a:t>
            </a:r>
          </a:p>
          <a:p>
            <a:pPr algn="ctr">
              <a:lnSpc>
                <a:spcPct val="200000"/>
              </a:lnSpc>
              <a:spcBef>
                <a:spcPct val="20000"/>
              </a:spcBef>
              <a:defRPr/>
            </a:pPr>
            <a:endParaRPr lang="pt-PT" noProof="0" dirty="0"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noProof="0" dirty="0">
                <a:latin typeface="Arial" pitchFamily="34" charset="0"/>
                <a:cs typeface="Arial" pitchFamily="34" charset="0"/>
              </a:rPr>
              <a:t>Considerando o </a:t>
            </a:r>
            <a:r>
              <a:rPr lang="pt-PT" noProof="0" dirty="0" err="1">
                <a:latin typeface="Arial" pitchFamily="34" charset="0"/>
                <a:cs typeface="Arial" pitchFamily="34" charset="0"/>
              </a:rPr>
              <a:t>prompt</a:t>
            </a:r>
            <a:r>
              <a:rPr lang="pt-PT" noProof="0" dirty="0">
                <a:latin typeface="Arial" pitchFamily="34" charset="0"/>
                <a:cs typeface="Arial" pitchFamily="34" charset="0"/>
              </a:rPr>
              <a:t> inicial usado nos três modelos as respostas obtidas foram de encontro ao pretendido em que as respostas entre modelos foram parecidas.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noProof="0" dirty="0">
                <a:latin typeface="Arial" pitchFamily="34" charset="0"/>
                <a:cs typeface="Arial" pitchFamily="34" charset="0"/>
              </a:rPr>
              <a:t>Todos os modelos apresentaram exemplos com recurso a bibliotecas </a:t>
            </a:r>
            <a:r>
              <a:rPr lang="pt-PT" b="1" i="1" noProof="0" dirty="0" err="1">
                <a:latin typeface="Arial" pitchFamily="34" charset="0"/>
                <a:cs typeface="Arial" pitchFamily="34" charset="0"/>
              </a:rPr>
              <a:t>requests</a:t>
            </a:r>
            <a:r>
              <a:rPr lang="pt-PT" noProof="0" dirty="0">
                <a:latin typeface="Arial" pitchFamily="34" charset="0"/>
                <a:cs typeface="Arial" pitchFamily="34" charset="0"/>
              </a:rPr>
              <a:t> ,</a:t>
            </a:r>
            <a:r>
              <a:rPr lang="pt-PT" b="1" i="1" noProof="0" dirty="0" err="1">
                <a:latin typeface="Arial" pitchFamily="34" charset="0"/>
                <a:cs typeface="Arial" pitchFamily="34" charset="0"/>
              </a:rPr>
              <a:t>BeautifulSoup</a:t>
            </a:r>
            <a:r>
              <a:rPr lang="pt-PT" b="1" i="1" noProof="0" dirty="0">
                <a:latin typeface="Arial" pitchFamily="34" charset="0"/>
                <a:cs typeface="Arial" pitchFamily="34" charset="0"/>
              </a:rPr>
              <a:t> </a:t>
            </a:r>
            <a:r>
              <a:rPr lang="pt-PT" noProof="0" dirty="0">
                <a:latin typeface="Arial" pitchFamily="34" charset="0"/>
                <a:cs typeface="Arial" pitchFamily="34" charset="0"/>
              </a:rPr>
              <a:t>e</a:t>
            </a:r>
            <a:r>
              <a:rPr lang="pt-PT" b="1" i="1" noProof="0" dirty="0">
                <a:latin typeface="Arial" pitchFamily="34" charset="0"/>
                <a:cs typeface="Arial" pitchFamily="34" charset="0"/>
              </a:rPr>
              <a:t> </a:t>
            </a:r>
            <a:r>
              <a:rPr lang="pt-PT" b="1" i="1" noProof="0" dirty="0" err="1">
                <a:latin typeface="Arial" pitchFamily="34" charset="0"/>
                <a:cs typeface="Arial" pitchFamily="34" charset="0"/>
              </a:rPr>
              <a:t>Selenium</a:t>
            </a:r>
            <a:r>
              <a:rPr lang="pt-PT" b="1" i="1" noProof="0" dirty="0">
                <a:latin typeface="Arial" pitchFamily="34" charset="0"/>
                <a:cs typeface="Arial" pitchFamily="34" charset="0"/>
              </a:rPr>
              <a:t>.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487737A-D58B-F517-66FB-6D333B6F7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040CDEF-33B0-BA11-4DC2-0A4AFEDC6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9BFCFC9-AE58-ECFF-3C94-C2EE86CDBE8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4BD99A35-7835-3406-0C3F-6F0DEECEFB0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FC4FFEA-9E7E-244E-A671-C5C438D402D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3F026091-A5DA-9C0F-B9C9-4B6AA9423BD9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</p:spTree>
    <p:extLst>
      <p:ext uri="{BB962C8B-B14F-4D97-AF65-F5344CB8AC3E}">
        <p14:creationId xmlns:p14="http://schemas.microsoft.com/office/powerpoint/2010/main" val="18196240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40DA2-14E9-50DC-CD91-90F74C73A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133AC45B-7734-DB5F-D96B-A7AF119AA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140A4001-0525-563E-7E3B-C9F7F85E6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46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D7DFAD7C-6F68-5639-0BDF-A643207E0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Conclusão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93B09C60-F86F-561E-A8D2-8855927C5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BED0DD5D-BA0F-24C7-4814-1EAA23DA3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6A3B8142-85E2-608D-1EC8-C8883D6E7ED2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5199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pt-PT" noProof="0" dirty="0"/>
              <a:t>Todos os modelos apresentaram exemplos de extração em páginas estáticas e com </a:t>
            </a:r>
            <a:r>
              <a:rPr lang="pt-PT" noProof="0" dirty="0" err="1"/>
              <a:t>conteudo</a:t>
            </a:r>
            <a:r>
              <a:rPr lang="pt-PT" noProof="0" dirty="0"/>
              <a:t> dinâmico no entanto é possível identificar diferenças nas respostas entre os modelos.</a:t>
            </a:r>
          </a:p>
          <a:p>
            <a:pPr marL="742950" lvl="1" indent="-285750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pt-PT" dirty="0" err="1"/>
              <a:t>ChatGPT</a:t>
            </a:r>
            <a:r>
              <a:rPr lang="pt-PT" dirty="0"/>
              <a:t>: O exemplo com maior nível de complexidade apresentado foi o uso de ‘</a:t>
            </a:r>
            <a:r>
              <a:rPr lang="pt-PT" dirty="0" err="1"/>
              <a:t>headers</a:t>
            </a:r>
            <a:r>
              <a:rPr lang="pt-PT" dirty="0"/>
              <a:t>’ para simular um browser real e uso de ‘</a:t>
            </a:r>
            <a:r>
              <a:rPr lang="pt-PT" dirty="0" err="1"/>
              <a:t>sleep</a:t>
            </a:r>
            <a:r>
              <a:rPr lang="pt-PT" dirty="0"/>
              <a:t>’ para simular </a:t>
            </a:r>
            <a:r>
              <a:rPr lang="pt-PT" dirty="0" err="1"/>
              <a:t>delay</a:t>
            </a:r>
            <a:r>
              <a:rPr lang="pt-PT" dirty="0"/>
              <a:t> aleatório e evitar ser detetado.</a:t>
            </a:r>
          </a:p>
          <a:p>
            <a:pPr marL="742950" lvl="1" indent="-285750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pt-PT" noProof="0" dirty="0"/>
              <a:t>Gemini: Apresentou apenas </a:t>
            </a:r>
            <a:r>
              <a:rPr lang="pt-PT" dirty="0"/>
              <a:t>três exemplos influenciado pela </a:t>
            </a:r>
            <a:r>
              <a:rPr lang="pt-PT" dirty="0" err="1"/>
              <a:t>prompt</a:t>
            </a:r>
            <a:r>
              <a:rPr lang="pt-PT" dirty="0"/>
              <a:t> ‘ basic to </a:t>
            </a:r>
            <a:r>
              <a:rPr lang="pt-PT" dirty="0" err="1"/>
              <a:t>advanced</a:t>
            </a:r>
            <a:r>
              <a:rPr lang="pt-PT" dirty="0"/>
              <a:t>’ no entanto ao contrário do </a:t>
            </a:r>
            <a:r>
              <a:rPr lang="pt-PT" dirty="0" err="1"/>
              <a:t>ChatGPT</a:t>
            </a:r>
            <a:r>
              <a:rPr lang="pt-PT" dirty="0"/>
              <a:t> apresenta um exemplo com o uso da  </a:t>
            </a:r>
            <a:r>
              <a:rPr lang="pt-PT" dirty="0" err="1"/>
              <a:t>framework</a:t>
            </a:r>
            <a:r>
              <a:rPr lang="pt-PT" dirty="0"/>
              <a:t> </a:t>
            </a:r>
            <a:r>
              <a:rPr lang="pt-PT" b="1" i="1" dirty="0" err="1"/>
              <a:t>scrapy</a:t>
            </a:r>
            <a:r>
              <a:rPr lang="pt-PT" b="1" i="1" dirty="0"/>
              <a:t>.</a:t>
            </a:r>
            <a:endParaRPr lang="pt-PT" b="1" i="1" noProof="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F055EB8-B8C6-BFC2-DC90-EB0C7E1BA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C8E963E-15BA-CE80-D1F2-67D3D5D54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E93274B-6953-9C5E-E1F7-553B373E27A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9DCF5F81-9EB3-4882-08B3-80429E46CBC9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2FE1630-B24E-5778-80B4-80159355599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C400AE6-640E-EEEC-C65D-FF615C76ED2F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</p:spTree>
    <p:extLst>
      <p:ext uri="{BB962C8B-B14F-4D97-AF65-F5344CB8AC3E}">
        <p14:creationId xmlns:p14="http://schemas.microsoft.com/office/powerpoint/2010/main" val="38802357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32879-1E67-F2E2-9CC6-983F309DF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334AFC67-6943-2BFE-700B-F17393797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0F3D2C1E-C556-D909-7144-F2A564E94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47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7A731C0D-036D-3908-AA18-2E3A5036A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Conclusão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5D4F50D1-B2B4-FE37-09B6-83623A3809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9622E920-8820-3A6B-13C4-68FAC5CE1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221A42B1-CAA3-397A-83DF-2370B3E20CE4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5199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742950" lvl="1" indent="-28575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pt-PT" dirty="0" err="1"/>
              <a:t>DeepSeek</a:t>
            </a:r>
            <a:r>
              <a:rPr lang="pt-PT" dirty="0"/>
              <a:t>:  Este modelo apresentou os exemplos mais completos. Apesar de apresentar exemplos que vão de encontra aos restantes modelos , páginas estáticas (</a:t>
            </a:r>
            <a:r>
              <a:rPr lang="pt-PT" dirty="0" err="1"/>
              <a:t>ChatGPT</a:t>
            </a:r>
            <a:r>
              <a:rPr lang="pt-PT" dirty="0"/>
              <a:t>/Gemini), navegação entre páginas(</a:t>
            </a:r>
            <a:r>
              <a:rPr lang="pt-PT" dirty="0" err="1"/>
              <a:t>ChatGPT</a:t>
            </a:r>
            <a:r>
              <a:rPr lang="pt-PT" dirty="0"/>
              <a:t>), </a:t>
            </a:r>
            <a:r>
              <a:rPr lang="pt-PT" dirty="0" err="1"/>
              <a:t>scrapy</a:t>
            </a:r>
            <a:r>
              <a:rPr lang="pt-PT" dirty="0"/>
              <a:t>(Gemini), extração JSON(</a:t>
            </a:r>
            <a:r>
              <a:rPr lang="pt-PT" dirty="0" err="1"/>
              <a:t>ChatGPT</a:t>
            </a:r>
            <a:r>
              <a:rPr lang="pt-PT" dirty="0"/>
              <a:t>), este modelo apresentou ainda exemplos que usam bibliotecas que não estão presentes nos exemplos dos restantes com o </a:t>
            </a:r>
            <a:r>
              <a:rPr lang="pt-PT" b="1" i="1" dirty="0"/>
              <a:t>Pandas</a:t>
            </a:r>
            <a:r>
              <a:rPr lang="pt-PT" dirty="0"/>
              <a:t> para organizar dados e guardar em </a:t>
            </a:r>
            <a:r>
              <a:rPr lang="pt-PT" dirty="0" err="1"/>
              <a:t>csv</a:t>
            </a:r>
            <a:r>
              <a:rPr lang="pt-PT" dirty="0"/>
              <a:t> e o </a:t>
            </a:r>
            <a:r>
              <a:rPr lang="pt-PT" b="1" i="1" dirty="0"/>
              <a:t>sqlite3</a:t>
            </a:r>
            <a:r>
              <a:rPr lang="pt-PT" dirty="0"/>
              <a:t> para integração com base de dados.</a:t>
            </a:r>
            <a:endParaRPr lang="pt-PT" b="1" i="1" noProof="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AFF3EE3-AB62-BD36-AD90-0C1A1A57D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C109625-909B-E207-63F6-29E3CB188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9AF6B65-50E8-95C9-5EDB-61ED9B879A2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9CC8C2E3-36DE-3545-10D4-7A390D19F690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271E02C-00CE-7C9A-6250-6C81ABA4386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2017F91F-CC4D-F979-E07D-307609265186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</p:spTree>
    <p:extLst>
      <p:ext uri="{BB962C8B-B14F-4D97-AF65-F5344CB8AC3E}">
        <p14:creationId xmlns:p14="http://schemas.microsoft.com/office/powerpoint/2010/main" val="27442508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8</a:t>
            </a:r>
            <a:r>
              <a:rPr lang="pt-PT" sz="2000" b="1" noProof="0" dirty="0">
                <a:latin typeface="Arial" pitchFamily="34" charset="0"/>
                <a:cs typeface="Arial" pitchFamily="34" charset="0"/>
              </a:rPr>
              <a:t>. Bibliografia e Referências Web </a:t>
            </a: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noProof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152400" y="1066800"/>
            <a:ext cx="88392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r>
              <a:rPr lang="pt-PT" sz="1600" noProof="0" dirty="0">
                <a:cs typeface="Arial" panose="020B0604020202020204" pitchFamily="34" charset="0"/>
              </a:rPr>
              <a:t>Modelos GPT selecionados:</a:t>
            </a:r>
            <a:r>
              <a:rPr lang="pt-PT" sz="1600" dirty="0">
                <a:cs typeface="Arial" panose="020B0604020202020204" pitchFamily="34" charset="0"/>
              </a:rPr>
              <a:t>	</a:t>
            </a:r>
          </a:p>
          <a:p>
            <a:pPr marL="742950" lvl="1" indent="-285750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pt-PT" sz="1600" dirty="0" err="1">
                <a:cs typeface="Arial" panose="020B0604020202020204" pitchFamily="34" charset="0"/>
              </a:rPr>
              <a:t>ChatGpt</a:t>
            </a:r>
            <a:r>
              <a:rPr lang="pt-PT" sz="1600" dirty="0">
                <a:cs typeface="Arial" panose="020B0604020202020204" pitchFamily="34" charset="0"/>
              </a:rPr>
              <a:t> </a:t>
            </a:r>
            <a:r>
              <a:rPr lang="pt-PT" sz="1600" dirty="0">
                <a:solidFill>
                  <a:srgbClr val="0000FF"/>
                </a:solidFill>
                <a:cs typeface="Arial" panose="020B0604020202020204" pitchFamily="34" charset="0"/>
                <a:hlinkClick r:id="rId3"/>
              </a:rPr>
              <a:t>https://chatgpt.com</a:t>
            </a:r>
            <a:r>
              <a:rPr lang="pt-PT" sz="1600" dirty="0">
                <a:solidFill>
                  <a:srgbClr val="0000FF"/>
                </a:solidFill>
                <a:cs typeface="Arial" panose="020B0604020202020204" pitchFamily="34" charset="0"/>
              </a:rPr>
              <a:t>  </a:t>
            </a:r>
          </a:p>
          <a:p>
            <a:pPr marL="742950" lvl="1" indent="-285750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pt-PT" sz="1600" dirty="0">
                <a:cs typeface="Arial" panose="020B0604020202020204" pitchFamily="34" charset="0"/>
              </a:rPr>
              <a:t>Gemini </a:t>
            </a:r>
            <a:r>
              <a:rPr lang="pt-PT" sz="1600" dirty="0">
                <a:cs typeface="Arial" panose="020B0604020202020204" pitchFamily="34" charset="0"/>
                <a:hlinkClick r:id="rId4"/>
              </a:rPr>
              <a:t>https://gemini.google.com/</a:t>
            </a:r>
            <a:r>
              <a:rPr lang="pt-PT" sz="1600" dirty="0">
                <a:cs typeface="Arial" panose="020B0604020202020204" pitchFamily="34" charset="0"/>
              </a:rPr>
              <a:t> </a:t>
            </a:r>
          </a:p>
          <a:p>
            <a:pPr marL="742950" lvl="1" indent="-285750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pt-PT" sz="1600" dirty="0" err="1">
                <a:cs typeface="Arial" panose="020B0604020202020204" pitchFamily="34" charset="0"/>
              </a:rPr>
              <a:t>Deepseek</a:t>
            </a:r>
            <a:r>
              <a:rPr lang="pt-PT" sz="1600" dirty="0">
                <a:cs typeface="Arial" panose="020B0604020202020204" pitchFamily="34" charset="0"/>
              </a:rPr>
              <a:t> </a:t>
            </a:r>
            <a:r>
              <a:rPr lang="pt-PT" sz="1600" dirty="0">
                <a:cs typeface="Arial" panose="020B0604020202020204" pitchFamily="34" charset="0"/>
                <a:hlinkClick r:id="rId5"/>
              </a:rPr>
              <a:t>https://www.deepseek.com/</a:t>
            </a:r>
            <a:endParaRPr lang="pt-PT" sz="1600" dirty="0"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r>
              <a:rPr lang="pt-PT" sz="1600" dirty="0">
                <a:cs typeface="Arial" panose="020B0604020202020204" pitchFamily="34" charset="0"/>
              </a:rPr>
              <a:t>Websites usados para extrair dados:</a:t>
            </a:r>
          </a:p>
          <a:p>
            <a:pPr marL="742950" lvl="1" indent="-285750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pt-PT" sz="1600" dirty="0">
                <a:cs typeface="Arial" panose="020B0604020202020204" pitchFamily="34" charset="0"/>
                <a:hlinkClick r:id="rId6"/>
              </a:rPr>
              <a:t>https://quotes.toscrape.com/</a:t>
            </a:r>
            <a:endParaRPr lang="pt-PT" sz="1600" dirty="0">
              <a:cs typeface="Arial" panose="020B0604020202020204" pitchFamily="34" charset="0"/>
            </a:endParaRPr>
          </a:p>
          <a:p>
            <a:pPr marL="742950" lvl="1" indent="-285750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pt-PT" sz="1600" dirty="0">
                <a:cs typeface="Arial" panose="020B0604020202020204" pitchFamily="34" charset="0"/>
                <a:hlinkClick r:id="rId7"/>
              </a:rPr>
              <a:t>https://jsonplaceholder.typicode.com/posts</a:t>
            </a:r>
            <a:r>
              <a:rPr lang="pt-PT" sz="1600" dirty="0">
                <a:cs typeface="Arial" panose="020B0604020202020204" pitchFamily="34" charset="0"/>
              </a:rPr>
              <a:t> </a:t>
            </a:r>
          </a:p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r>
              <a:rPr lang="pt-PT" sz="1600" dirty="0" err="1">
                <a:cs typeface="Arial" panose="020B0604020202020204" pitchFamily="34" charset="0"/>
              </a:rPr>
              <a:t>Scrappy</a:t>
            </a:r>
            <a:r>
              <a:rPr lang="pt-PT" sz="1600" dirty="0">
                <a:cs typeface="Arial" panose="020B0604020202020204" pitchFamily="34" charset="0"/>
              </a:rPr>
              <a:t> </a:t>
            </a:r>
            <a:r>
              <a:rPr lang="pt-PT" sz="1600" dirty="0">
                <a:cs typeface="Arial" panose="020B0604020202020204" pitchFamily="34" charset="0"/>
                <a:hlinkClick r:id="rId8"/>
              </a:rPr>
              <a:t>https://www.scrapy.org/</a:t>
            </a:r>
            <a:r>
              <a:rPr lang="pt-PT" sz="1600" dirty="0">
                <a:cs typeface="Arial" panose="020B0604020202020204" pitchFamily="34" charset="0"/>
              </a:rPr>
              <a:t> </a:t>
            </a:r>
          </a:p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r>
              <a:rPr lang="pt-PT" sz="1600" dirty="0">
                <a:cs typeface="Arial" panose="020B0604020202020204" pitchFamily="34" charset="0"/>
              </a:rPr>
              <a:t>Sqlite3 </a:t>
            </a:r>
            <a:r>
              <a:rPr lang="pt-PT" sz="1600" dirty="0">
                <a:cs typeface="Arial" panose="020B0604020202020204" pitchFamily="34" charset="0"/>
                <a:hlinkClick r:id="rId9"/>
              </a:rPr>
              <a:t>https://docs.python.org/3/library/sqlite3.html</a:t>
            </a:r>
            <a:r>
              <a:rPr lang="pt-PT" sz="1600" dirty="0">
                <a:cs typeface="Arial" panose="020B0604020202020204" pitchFamily="34" charset="0"/>
              </a:rPr>
              <a:t> </a:t>
            </a:r>
          </a:p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r>
              <a:rPr lang="pt-PT" sz="1600" dirty="0">
                <a:cs typeface="Arial" panose="020B0604020202020204" pitchFamily="34" charset="0"/>
              </a:rPr>
              <a:t> </a:t>
            </a:r>
            <a:r>
              <a:rPr lang="pt-PT" sz="1600" noProof="0" dirty="0">
                <a:cs typeface="Arial" panose="020B0604020202020204" pitchFamily="34" charset="0"/>
              </a:rPr>
              <a:t> </a:t>
            </a:r>
            <a:endParaRPr kumimoji="0" lang="pt-PT" sz="20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DEBD917-885F-4E14-9AAA-FA7433880D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sp>
        <p:nvSpPr>
          <p:cNvPr id="27" name="Rectângulo 19">
            <a:extLst>
              <a:ext uri="{FF2B5EF4-FFF2-40B4-BE49-F238E27FC236}">
                <a16:creationId xmlns:a16="http://schemas.microsoft.com/office/drawing/2014/main" id="{8C1A7A11-171A-4B51-AF54-818C7D826E60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BC0DA002-1D3A-41DC-B132-1A198053902D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10">
            <a:extLst>
              <a:ext uri="{FF2B5EF4-FFF2-40B4-BE49-F238E27FC236}">
                <a16:creationId xmlns:a16="http://schemas.microsoft.com/office/drawing/2014/main" id="{1204D73C-759C-3E01-1E9B-19D68FC71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66F8E842-06BB-5B20-ECE1-C729A90ED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48</a:t>
            </a:fld>
            <a:r>
              <a:rPr lang="pt-PT" sz="1000" noProof="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E16A8DF-702E-2F9F-FC6A-BBE9CEF5C36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678794F-9054-EA7B-B1E0-DF67F1547B87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00332AC9-73DA-F066-EC2F-BD34532F90F2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951004CF-EB19-4862-CF83-09DC3B61B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	       – 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panose="020B0604020202020204" pitchFamily="34" charset="0"/>
              </a:rPr>
              <a:t>E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xemplos Web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Scraping</a:t>
            </a: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com </a:t>
            </a:r>
            <a:r>
              <a:rPr lang="pt-PT" sz="1200" b="1" noProof="0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GPT’s</a:t>
            </a:r>
            <a:endParaRPr lang="pt-PT" sz="1200" b="1" noProof="0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9494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00250" y="5867400"/>
            <a:ext cx="5143500" cy="489738"/>
          </a:xfrm>
        </p:spPr>
        <p:txBody>
          <a:bodyPr>
            <a:normAutofit/>
          </a:bodyPr>
          <a:lstStyle/>
          <a:p>
            <a:r>
              <a:rPr lang="pt-PT" sz="1500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www.ipvc.pt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606" y="3409950"/>
            <a:ext cx="4048787" cy="100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599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4823</TotalTime>
  <Words>4106</Words>
  <Application>Microsoft Office PowerPoint</Application>
  <PresentationFormat>Apresentação no Ecrã (4:3)</PresentationFormat>
  <Paragraphs>541</Paragraphs>
  <Slides>49</Slides>
  <Notes>48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49</vt:i4>
      </vt:variant>
    </vt:vector>
  </HeadingPairs>
  <TitlesOfParts>
    <vt:vector size="52" baseType="lpstr">
      <vt:lpstr>Arial</vt:lpstr>
      <vt:lpstr>Calibri</vt:lpstr>
      <vt:lpstr>Tema do Office</vt:lpstr>
      <vt:lpstr>INTEGRAÇÃO DE SISTEMAS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Diapositivo 1</dc:title>
  <dc:creator>Jorge Ribeiro</dc:creator>
  <cp:lastModifiedBy>Ricardo Fernandes</cp:lastModifiedBy>
  <cp:revision>229</cp:revision>
  <cp:lastPrinted>2020-09-27T18:04:57Z</cp:lastPrinted>
  <dcterms:created xsi:type="dcterms:W3CDTF">2011-05-31T09:21:51Z</dcterms:created>
  <dcterms:modified xsi:type="dcterms:W3CDTF">2025-09-30T17:56:00Z</dcterms:modified>
</cp:coreProperties>
</file>