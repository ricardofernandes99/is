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09" r:id="rId2"/>
    <p:sldId id="258" r:id="rId3"/>
    <p:sldId id="340" r:id="rId4"/>
    <p:sldId id="341" r:id="rId5"/>
    <p:sldId id="342" r:id="rId6"/>
    <p:sldId id="343" r:id="rId7"/>
    <p:sldId id="344" r:id="rId8"/>
    <p:sldId id="346" r:id="rId9"/>
    <p:sldId id="345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2" r:id="rId25"/>
    <p:sldId id="361" r:id="rId26"/>
    <p:sldId id="278" r:id="rId27"/>
    <p:sldId id="260" r:id="rId28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5B219D-F77A-496A-A40F-C50927C37B6D}" v="17" dt="2025-09-28T11:32:00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47"/>
    <p:restoredTop sz="89709" autoAdjust="0"/>
  </p:normalViewPr>
  <p:slideViewPr>
    <p:cSldViewPr>
      <p:cViewPr varScale="1">
        <p:scale>
          <a:sx n="99" d="100"/>
          <a:sy n="99" d="100"/>
        </p:scale>
        <p:origin x="2028" y="84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Fernandes" userId="cf37fd8b0d3c9e95" providerId="LiveId" clId="{A4F44D94-3E07-43B7-B685-2636B760A42E}"/>
    <pc:docChg chg="undo custSel addSld delSld modSld sldOrd">
      <pc:chgData name="Ricardo Fernandes" userId="cf37fd8b0d3c9e95" providerId="LiveId" clId="{A4F44D94-3E07-43B7-B685-2636B760A42E}" dt="2025-09-28T11:39:18.458" v="10027" actId="14100"/>
      <pc:docMkLst>
        <pc:docMk/>
      </pc:docMkLst>
      <pc:sldChg chg="modSp mod">
        <pc:chgData name="Ricardo Fernandes" userId="cf37fd8b0d3c9e95" providerId="LiveId" clId="{A4F44D94-3E07-43B7-B685-2636B760A42E}" dt="2025-09-28T11:32:00.628" v="10010"/>
        <pc:sldMkLst>
          <pc:docMk/>
          <pc:sldMk cId="0" sldId="258"/>
        </pc:sldMkLst>
        <pc:spChg chg="mod">
          <ac:chgData name="Ricardo Fernandes" userId="cf37fd8b0d3c9e95" providerId="LiveId" clId="{A4F44D94-3E07-43B7-B685-2636B760A42E}" dt="2025-09-22T13:41:27.638" v="3688"/>
          <ac:spMkLst>
            <pc:docMk/>
            <pc:sldMk cId="0" sldId="258"/>
            <ac:spMk id="2" creationId="{50369DE4-0D6E-7A10-AF37-333F300DD770}"/>
          </ac:spMkLst>
        </pc:spChg>
        <pc:spChg chg="mod">
          <ac:chgData name="Ricardo Fernandes" userId="cf37fd8b0d3c9e95" providerId="LiveId" clId="{A4F44D94-3E07-43B7-B685-2636B760A42E}" dt="2025-09-28T11:32:00.628" v="1001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17T15:28:42.865" v="45" actId="313"/>
          <ac:spMkLst>
            <pc:docMk/>
            <pc:sldMk cId="0" sldId="258"/>
            <ac:spMk id="9229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28T10:11:13.944" v="4921" actId="20577"/>
          <ac:spMkLst>
            <pc:docMk/>
            <pc:sldMk cId="0" sldId="258"/>
            <ac:spMk id="9237" creationId="{00000000-0000-0000-0000-000000000000}"/>
          </ac:spMkLst>
        </pc:spChg>
      </pc:sldChg>
      <pc:sldChg chg="modSp mod">
        <pc:chgData name="Ricardo Fernandes" userId="cf37fd8b0d3c9e95" providerId="LiveId" clId="{A4F44D94-3E07-43B7-B685-2636B760A42E}" dt="2025-09-28T11:31:21.580" v="9975" actId="20577"/>
        <pc:sldMkLst>
          <pc:docMk/>
          <pc:sldMk cId="1590949457" sldId="278"/>
        </pc:sldMkLst>
        <pc:spChg chg="mod">
          <ac:chgData name="Ricardo Fernandes" userId="cf37fd8b0d3c9e95" providerId="LiveId" clId="{A4F44D94-3E07-43B7-B685-2636B760A42E}" dt="2025-09-22T13:44:22.106" v="3793"/>
          <ac:spMkLst>
            <pc:docMk/>
            <pc:sldMk cId="1590949457" sldId="278"/>
            <ac:spMk id="6" creationId="{00332AC9-73DA-F066-EC2F-BD34532F90F2}"/>
          </ac:spMkLst>
        </pc:spChg>
        <pc:spChg chg="mod">
          <ac:chgData name="Ricardo Fernandes" userId="cf37fd8b0d3c9e95" providerId="LiveId" clId="{A4F44D94-3E07-43B7-B685-2636B760A42E}" dt="2025-09-28T10:12:30.267" v="5037"/>
          <ac:spMkLst>
            <pc:docMk/>
            <pc:sldMk cId="1590949457" sldId="278"/>
            <ac:spMk id="7" creationId="{951004CF-EB19-4862-CF83-09DC3B61B6CB}"/>
          </ac:spMkLst>
        </pc:spChg>
        <pc:spChg chg="mod">
          <ac:chgData name="Ricardo Fernandes" userId="cf37fd8b0d3c9e95" providerId="LiveId" clId="{A4F44D94-3E07-43B7-B685-2636B760A42E}" dt="2025-09-28T10:12:25.293" v="5036"/>
          <ac:spMkLst>
            <pc:docMk/>
            <pc:sldMk cId="1590949457" sldId="278"/>
            <ac:spMk id="18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28T11:31:21.580" v="9975" actId="20577"/>
          <ac:spMkLst>
            <pc:docMk/>
            <pc:sldMk cId="1590949457" sldId="278"/>
            <ac:spMk id="9229" creationId="{00000000-0000-0000-0000-000000000000}"/>
          </ac:spMkLst>
        </pc:spChg>
      </pc:sldChg>
      <pc:sldChg chg="modSp mod">
        <pc:chgData name="Ricardo Fernandes" userId="cf37fd8b0d3c9e95" providerId="LiveId" clId="{A4F44D94-3E07-43B7-B685-2636B760A42E}" dt="2025-09-28T10:10:59.553" v="4897" actId="20577"/>
        <pc:sldMkLst>
          <pc:docMk/>
          <pc:sldMk cId="962301567" sldId="309"/>
        </pc:sldMkLst>
        <pc:spChg chg="mod">
          <ac:chgData name="Ricardo Fernandes" userId="cf37fd8b0d3c9e95" providerId="LiveId" clId="{A4F44D94-3E07-43B7-B685-2636B760A42E}" dt="2025-09-17T15:28:09.816" v="18" actId="115"/>
          <ac:spMkLst>
            <pc:docMk/>
            <pc:sldMk cId="962301567" sldId="309"/>
            <ac:spMk id="2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28T10:10:59.553" v="4897" actId="20577"/>
          <ac:spMkLst>
            <pc:docMk/>
            <pc:sldMk cId="962301567" sldId="309"/>
            <ac:spMk id="3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17T15:27:24.105" v="12" actId="27636"/>
          <ac:spMkLst>
            <pc:docMk/>
            <pc:sldMk cId="962301567" sldId="309"/>
            <ac:spMk id="6" creationId="{00000000-0000-0000-0000-000000000000}"/>
          </ac:spMkLst>
        </pc:spChg>
        <pc:spChg chg="mod">
          <ac:chgData name="Ricardo Fernandes" userId="cf37fd8b0d3c9e95" providerId="LiveId" clId="{A4F44D94-3E07-43B7-B685-2636B760A42E}" dt="2025-09-22T14:14:26.260" v="4882" actId="313"/>
          <ac:spMkLst>
            <pc:docMk/>
            <pc:sldMk cId="962301567" sldId="309"/>
            <ac:spMk id="8" creationId="{6D890E14-880C-4963-9EA0-EE9200F689F8}"/>
          </ac:spMkLst>
        </pc:spChg>
        <pc:spChg chg="mod">
          <ac:chgData name="Ricardo Fernandes" userId="cf37fd8b0d3c9e95" providerId="LiveId" clId="{A4F44D94-3E07-43B7-B685-2636B760A42E}" dt="2025-09-22T13:37:07.056" v="3613" actId="20577"/>
          <ac:spMkLst>
            <pc:docMk/>
            <pc:sldMk cId="962301567" sldId="309"/>
            <ac:spMk id="10" creationId="{CDB7617E-BD9F-40A8-BCFA-781CEC4CEE46}"/>
          </ac:spMkLst>
        </pc:spChg>
        <pc:spChg chg="mod">
          <ac:chgData name="Ricardo Fernandes" userId="cf37fd8b0d3c9e95" providerId="LiveId" clId="{A4F44D94-3E07-43B7-B685-2636B760A42E}" dt="2025-09-17T15:27:38.028" v="15" actId="20577"/>
          <ac:spMkLst>
            <pc:docMk/>
            <pc:sldMk cId="962301567" sldId="309"/>
            <ac:spMk id="12" creationId="{3331B8A6-B954-F04D-0378-7F3DD744E30A}"/>
          </ac:spMkLst>
        </pc:spChg>
        <pc:picChg chg="mod">
          <ac:chgData name="Ricardo Fernandes" userId="cf37fd8b0d3c9e95" providerId="LiveId" clId="{A4F44D94-3E07-43B7-B685-2636B760A42E}" dt="2025-09-17T15:27:28.891" v="14" actId="14100"/>
          <ac:picMkLst>
            <pc:docMk/>
            <pc:sldMk cId="962301567" sldId="309"/>
            <ac:picMk id="5" creationId="{00000000-0000-0000-0000-000000000000}"/>
          </ac:picMkLst>
        </pc:picChg>
      </pc:sldChg>
      <pc:sldChg chg="del">
        <pc:chgData name="Ricardo Fernandes" userId="cf37fd8b0d3c9e95" providerId="LiveId" clId="{A4F44D94-3E07-43B7-B685-2636B760A42E}" dt="2025-09-18T15:55:23.953" v="3582" actId="47"/>
        <pc:sldMkLst>
          <pc:docMk/>
          <pc:sldMk cId="817666494" sldId="310"/>
        </pc:sldMkLst>
      </pc:sldChg>
      <pc:sldChg chg="del">
        <pc:chgData name="Ricardo Fernandes" userId="cf37fd8b0d3c9e95" providerId="LiveId" clId="{A4F44D94-3E07-43B7-B685-2636B760A42E}" dt="2025-09-18T15:03:58.888" v="239" actId="47"/>
        <pc:sldMkLst>
          <pc:docMk/>
          <pc:sldMk cId="3914919532" sldId="311"/>
        </pc:sldMkLst>
      </pc:sldChg>
      <pc:sldChg chg="new del">
        <pc:chgData name="Ricardo Fernandes" userId="cf37fd8b0d3c9e95" providerId="LiveId" clId="{A4F44D94-3E07-43B7-B685-2636B760A42E}" dt="2025-09-17T15:28:53.956" v="47" actId="680"/>
        <pc:sldMkLst>
          <pc:docMk/>
          <pc:sldMk cId="3153946998" sldId="312"/>
        </pc:sldMkLst>
      </pc:sldChg>
      <pc:sldChg chg="add del">
        <pc:chgData name="Ricardo Fernandes" userId="cf37fd8b0d3c9e95" providerId="LiveId" clId="{A4F44D94-3E07-43B7-B685-2636B760A42E}" dt="2025-09-18T15:00:08.787" v="237" actId="47"/>
        <pc:sldMkLst>
          <pc:docMk/>
          <pc:sldMk cId="3235385001" sldId="312"/>
        </pc:sldMkLst>
      </pc:sldChg>
      <pc:sldChg chg="addSp modSp add del mod">
        <pc:chgData name="Ricardo Fernandes" userId="cf37fd8b0d3c9e95" providerId="LiveId" clId="{A4F44D94-3E07-43B7-B685-2636B760A42E}" dt="2025-09-28T10:12:13.229" v="5031" actId="47"/>
        <pc:sldMkLst>
          <pc:docMk/>
          <pc:sldMk cId="3411905043" sldId="313"/>
        </pc:sldMkLst>
      </pc:sldChg>
      <pc:sldChg chg="addSp delSp modSp add del mod">
        <pc:chgData name="Ricardo Fernandes" userId="cf37fd8b0d3c9e95" providerId="LiveId" clId="{A4F44D94-3E07-43B7-B685-2636B760A42E}" dt="2025-09-28T10:12:13.994" v="5032" actId="47"/>
        <pc:sldMkLst>
          <pc:docMk/>
          <pc:sldMk cId="3349245279" sldId="314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57514067" sldId="315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1858489105" sldId="316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640416660" sldId="317"/>
        </pc:sldMkLst>
      </pc:sldChg>
      <pc:sldChg chg="add del">
        <pc:chgData name="Ricardo Fernandes" userId="cf37fd8b0d3c9e95" providerId="LiveId" clId="{A4F44D94-3E07-43B7-B685-2636B760A42E}" dt="2025-09-17T15:37:52.657" v="111" actId="47"/>
        <pc:sldMkLst>
          <pc:docMk/>
          <pc:sldMk cId="2097018383" sldId="318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4150697195" sldId="318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2056839426" sldId="319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216424933" sldId="320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367658502" sldId="321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2244410587" sldId="322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35110530" sldId="323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4134667817" sldId="324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4289371869" sldId="325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961665452" sldId="326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92428551" sldId="327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771507657" sldId="328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762795952" sldId="329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788581776" sldId="330"/>
        </pc:sldMkLst>
      </pc:sldChg>
      <pc:sldChg chg="addSp delSp modSp add del mod ord">
        <pc:chgData name="Ricardo Fernandes" userId="cf37fd8b0d3c9e95" providerId="LiveId" clId="{A4F44D94-3E07-43B7-B685-2636B760A42E}" dt="2025-09-28T10:12:20.807" v="5034" actId="47"/>
        <pc:sldMkLst>
          <pc:docMk/>
          <pc:sldMk cId="1467438607" sldId="331"/>
        </pc:sldMkLst>
      </pc:sldChg>
      <pc:sldChg chg="addSp delSp modSp add del mod ord">
        <pc:chgData name="Ricardo Fernandes" userId="cf37fd8b0d3c9e95" providerId="LiveId" clId="{A4F44D94-3E07-43B7-B685-2636B760A42E}" dt="2025-09-28T10:12:20.807" v="5034" actId="47"/>
        <pc:sldMkLst>
          <pc:docMk/>
          <pc:sldMk cId="2919819651" sldId="332"/>
        </pc:sldMkLst>
      </pc:sldChg>
      <pc:sldChg chg="addSp delSp modSp add del mod ord">
        <pc:chgData name="Ricardo Fernandes" userId="cf37fd8b0d3c9e95" providerId="LiveId" clId="{A4F44D94-3E07-43B7-B685-2636B760A42E}" dt="2025-09-28T10:12:20.807" v="5034" actId="47"/>
        <pc:sldMkLst>
          <pc:docMk/>
          <pc:sldMk cId="4095849931" sldId="333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1009392209" sldId="334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543190568" sldId="335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3400824654" sldId="336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679284598" sldId="337"/>
        </pc:sldMkLst>
      </pc:sldChg>
      <pc:sldChg chg="addSp delSp modSp add del mod">
        <pc:chgData name="Ricardo Fernandes" userId="cf37fd8b0d3c9e95" providerId="LiveId" clId="{A4F44D94-3E07-43B7-B685-2636B760A42E}" dt="2025-09-28T10:12:14.676" v="5033" actId="47"/>
        <pc:sldMkLst>
          <pc:docMk/>
          <pc:sldMk cId="386374912" sldId="338"/>
        </pc:sldMkLst>
      </pc:sldChg>
      <pc:sldChg chg="addSp 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4070555994" sldId="339"/>
        </pc:sldMkLst>
      </pc:sldChg>
      <pc:sldChg chg="modSp add mod">
        <pc:chgData name="Ricardo Fernandes" userId="cf37fd8b0d3c9e95" providerId="LiveId" clId="{A4F44D94-3E07-43B7-B685-2636B760A42E}" dt="2025-09-28T10:12:05.669" v="5030" actId="20577"/>
        <pc:sldMkLst>
          <pc:docMk/>
          <pc:sldMk cId="1421472424" sldId="340"/>
        </pc:sldMkLst>
        <pc:spChg chg="mod">
          <ac:chgData name="Ricardo Fernandes" userId="cf37fd8b0d3c9e95" providerId="LiveId" clId="{A4F44D94-3E07-43B7-B685-2636B760A42E}" dt="2025-09-28T10:12:05.669" v="5030" actId="20577"/>
          <ac:spMkLst>
            <pc:docMk/>
            <pc:sldMk cId="1421472424" sldId="340"/>
            <ac:spMk id="19" creationId="{3072EFB9-A7BA-FD67-E0B9-92326811007F}"/>
          </ac:spMkLst>
        </pc:spChg>
        <pc:spChg chg="mod">
          <ac:chgData name="Ricardo Fernandes" userId="cf37fd8b0d3c9e95" providerId="LiveId" clId="{A4F44D94-3E07-43B7-B685-2636B760A42E}" dt="2025-09-22T14:01:03.481" v="4353" actId="20577"/>
          <ac:spMkLst>
            <pc:docMk/>
            <pc:sldMk cId="1421472424" sldId="340"/>
            <ac:spMk id="9229" creationId="{BC99A672-75CB-3480-3D0B-751C42A12185}"/>
          </ac:spMkLst>
        </pc:spChg>
        <pc:spChg chg="mod">
          <ac:chgData name="Ricardo Fernandes" userId="cf37fd8b0d3c9e95" providerId="LiveId" clId="{A4F44D94-3E07-43B7-B685-2636B760A42E}" dt="2025-09-28T10:11:18.684" v="4922"/>
          <ac:spMkLst>
            <pc:docMk/>
            <pc:sldMk cId="1421472424" sldId="340"/>
            <ac:spMk id="9237" creationId="{C81234EF-9547-362F-1578-3693075CAC2E}"/>
          </ac:spMkLst>
        </pc:spChg>
      </pc:sldChg>
      <pc:sldChg chg="addSp modSp add mod">
        <pc:chgData name="Ricardo Fernandes" userId="cf37fd8b0d3c9e95" providerId="LiveId" clId="{A4F44D94-3E07-43B7-B685-2636B760A42E}" dt="2025-09-28T10:14:38.066" v="5234" actId="1076"/>
        <pc:sldMkLst>
          <pc:docMk/>
          <pc:sldMk cId="61594316" sldId="341"/>
        </pc:sldMkLst>
        <pc:spChg chg="mod">
          <ac:chgData name="Ricardo Fernandes" userId="cf37fd8b0d3c9e95" providerId="LiveId" clId="{A4F44D94-3E07-43B7-B685-2636B760A42E}" dt="2025-09-28T10:14:15.734" v="5231" actId="20577"/>
          <ac:spMkLst>
            <pc:docMk/>
            <pc:sldMk cId="61594316" sldId="341"/>
            <ac:spMk id="19" creationId="{48439A3D-7E9F-E1FE-3637-4CBA2AED4C25}"/>
          </ac:spMkLst>
        </pc:spChg>
        <pc:spChg chg="mod">
          <ac:chgData name="Ricardo Fernandes" userId="cf37fd8b0d3c9e95" providerId="LiveId" clId="{A4F44D94-3E07-43B7-B685-2636B760A42E}" dt="2025-09-28T10:13:11.591" v="5049" actId="20577"/>
          <ac:spMkLst>
            <pc:docMk/>
            <pc:sldMk cId="61594316" sldId="341"/>
            <ac:spMk id="9229" creationId="{AE0A2E85-DFDB-4FE9-6D59-E47323CB3F8C}"/>
          </ac:spMkLst>
        </pc:spChg>
        <pc:picChg chg="add mod">
          <ac:chgData name="Ricardo Fernandes" userId="cf37fd8b0d3c9e95" providerId="LiveId" clId="{A4F44D94-3E07-43B7-B685-2636B760A42E}" dt="2025-09-28T10:14:38.066" v="5234" actId="1076"/>
          <ac:picMkLst>
            <pc:docMk/>
            <pc:sldMk cId="61594316" sldId="341"/>
            <ac:picMk id="6" creationId="{7889220F-974F-881B-27FF-F9FCA208D8B1}"/>
          </ac:picMkLst>
        </pc:picChg>
      </pc:sldChg>
      <pc:sldChg chg="delSp modSp add del mod">
        <pc:chgData name="Ricardo Fernandes" userId="cf37fd8b0d3c9e95" providerId="LiveId" clId="{A4F44D94-3E07-43B7-B685-2636B760A42E}" dt="2025-09-28T10:12:20.807" v="5034" actId="47"/>
        <pc:sldMkLst>
          <pc:docMk/>
          <pc:sldMk cId="670571274" sldId="341"/>
        </pc:sldMkLst>
      </pc:sldChg>
      <pc:sldChg chg="addSp delSp modSp add mod">
        <pc:chgData name="Ricardo Fernandes" userId="cf37fd8b0d3c9e95" providerId="LiveId" clId="{A4F44D94-3E07-43B7-B685-2636B760A42E}" dt="2025-09-28T10:25:31.689" v="6264" actId="123"/>
        <pc:sldMkLst>
          <pc:docMk/>
          <pc:sldMk cId="3221653832" sldId="342"/>
        </pc:sldMkLst>
        <pc:spChg chg="mod">
          <ac:chgData name="Ricardo Fernandes" userId="cf37fd8b0d3c9e95" providerId="LiveId" clId="{A4F44D94-3E07-43B7-B685-2636B760A42E}" dt="2025-09-28T10:25:31.689" v="6264" actId="123"/>
          <ac:spMkLst>
            <pc:docMk/>
            <pc:sldMk cId="3221653832" sldId="342"/>
            <ac:spMk id="19" creationId="{4610BE33-0456-6204-C193-F76B16E83008}"/>
          </ac:spMkLst>
        </pc:spChg>
        <pc:spChg chg="mod">
          <ac:chgData name="Ricardo Fernandes" userId="cf37fd8b0d3c9e95" providerId="LiveId" clId="{A4F44D94-3E07-43B7-B685-2636B760A42E}" dt="2025-09-28T10:16:02.036" v="5295" actId="20577"/>
          <ac:spMkLst>
            <pc:docMk/>
            <pc:sldMk cId="3221653832" sldId="342"/>
            <ac:spMk id="9229" creationId="{B06B70E7-9C47-8E5B-AC3F-181742129B8A}"/>
          </ac:spMkLst>
        </pc:spChg>
        <pc:picChg chg="del">
          <ac:chgData name="Ricardo Fernandes" userId="cf37fd8b0d3c9e95" providerId="LiveId" clId="{A4F44D94-3E07-43B7-B685-2636B760A42E}" dt="2025-09-28T10:15:10.152" v="5277" actId="478"/>
          <ac:picMkLst>
            <pc:docMk/>
            <pc:sldMk cId="3221653832" sldId="342"/>
            <ac:picMk id="6" creationId="{0543BD35-9B35-141C-EB25-934BF627725D}"/>
          </ac:picMkLst>
        </pc:picChg>
        <pc:picChg chg="add mod">
          <ac:chgData name="Ricardo Fernandes" userId="cf37fd8b0d3c9e95" providerId="LiveId" clId="{A4F44D94-3E07-43B7-B685-2636B760A42E}" dt="2025-09-28T10:16:53.624" v="5435" actId="1076"/>
          <ac:picMkLst>
            <pc:docMk/>
            <pc:sldMk cId="3221653832" sldId="342"/>
            <ac:picMk id="8" creationId="{4EE66B6A-223B-23A3-90E7-2B2CE3617DD3}"/>
          </ac:picMkLst>
        </pc:picChg>
      </pc:sldChg>
      <pc:sldChg chg="addSp delSp modSp add mod">
        <pc:chgData name="Ricardo Fernandes" userId="cf37fd8b0d3c9e95" providerId="LiveId" clId="{A4F44D94-3E07-43B7-B685-2636B760A42E}" dt="2025-09-28T10:25:26.755" v="6263" actId="123"/>
        <pc:sldMkLst>
          <pc:docMk/>
          <pc:sldMk cId="1983578950" sldId="343"/>
        </pc:sldMkLst>
        <pc:spChg chg="mod">
          <ac:chgData name="Ricardo Fernandes" userId="cf37fd8b0d3c9e95" providerId="LiveId" clId="{A4F44D94-3E07-43B7-B685-2636B760A42E}" dt="2025-09-28T10:25:26.755" v="6263" actId="123"/>
          <ac:spMkLst>
            <pc:docMk/>
            <pc:sldMk cId="1983578950" sldId="343"/>
            <ac:spMk id="19" creationId="{7027F387-4636-A717-8FEE-9F0CF2999CB2}"/>
          </ac:spMkLst>
        </pc:spChg>
        <pc:picChg chg="add del mod">
          <ac:chgData name="Ricardo Fernandes" userId="cf37fd8b0d3c9e95" providerId="LiveId" clId="{A4F44D94-3E07-43B7-B685-2636B760A42E}" dt="2025-09-28T10:18:48.390" v="5488" actId="22"/>
          <ac:picMkLst>
            <pc:docMk/>
            <pc:sldMk cId="1983578950" sldId="343"/>
            <ac:picMk id="6" creationId="{52CEBB11-54DA-D1E6-9BD4-07783DD110F3}"/>
          </ac:picMkLst>
        </pc:picChg>
        <pc:picChg chg="del">
          <ac:chgData name="Ricardo Fernandes" userId="cf37fd8b0d3c9e95" providerId="LiveId" clId="{A4F44D94-3E07-43B7-B685-2636B760A42E}" dt="2025-09-28T10:17:54.069" v="5477" actId="478"/>
          <ac:picMkLst>
            <pc:docMk/>
            <pc:sldMk cId="1983578950" sldId="343"/>
            <ac:picMk id="8" creationId="{C2A1982C-421A-CBF5-CF96-3EA19456C0C1}"/>
          </ac:picMkLst>
        </pc:picChg>
        <pc:picChg chg="add mod">
          <ac:chgData name="Ricardo Fernandes" userId="cf37fd8b0d3c9e95" providerId="LiveId" clId="{A4F44D94-3E07-43B7-B685-2636B760A42E}" dt="2025-09-28T10:19:03.489" v="5492" actId="1076"/>
          <ac:picMkLst>
            <pc:docMk/>
            <pc:sldMk cId="1983578950" sldId="343"/>
            <ac:picMk id="11" creationId="{DDE42E1D-F9CE-C3A0-0653-3B84C1C2FA40}"/>
          </ac:picMkLst>
        </pc:picChg>
      </pc:sldChg>
      <pc:sldChg chg="addSp delSp modSp add mod">
        <pc:chgData name="Ricardo Fernandes" userId="cf37fd8b0d3c9e95" providerId="LiveId" clId="{A4F44D94-3E07-43B7-B685-2636B760A42E}" dt="2025-09-28T10:25:23.260" v="6262" actId="123"/>
        <pc:sldMkLst>
          <pc:docMk/>
          <pc:sldMk cId="247248250" sldId="344"/>
        </pc:sldMkLst>
        <pc:spChg chg="mod">
          <ac:chgData name="Ricardo Fernandes" userId="cf37fd8b0d3c9e95" providerId="LiveId" clId="{A4F44D94-3E07-43B7-B685-2636B760A42E}" dt="2025-09-28T10:25:23.260" v="6262" actId="123"/>
          <ac:spMkLst>
            <pc:docMk/>
            <pc:sldMk cId="247248250" sldId="344"/>
            <ac:spMk id="19" creationId="{F6061FFF-3771-A095-1E5C-01C3AD5B28AE}"/>
          </ac:spMkLst>
        </pc:spChg>
        <pc:picChg chg="add mod">
          <ac:chgData name="Ricardo Fernandes" userId="cf37fd8b0d3c9e95" providerId="LiveId" clId="{A4F44D94-3E07-43B7-B685-2636B760A42E}" dt="2025-09-28T10:21:19.866" v="5752" actId="1076"/>
          <ac:picMkLst>
            <pc:docMk/>
            <pc:sldMk cId="247248250" sldId="344"/>
            <ac:picMk id="6" creationId="{93ACDF3B-E179-CF24-EA41-57E001FC8961}"/>
          </ac:picMkLst>
        </pc:picChg>
        <pc:picChg chg="del">
          <ac:chgData name="Ricardo Fernandes" userId="cf37fd8b0d3c9e95" providerId="LiveId" clId="{A4F44D94-3E07-43B7-B685-2636B760A42E}" dt="2025-09-28T10:21:15.555" v="5749" actId="478"/>
          <ac:picMkLst>
            <pc:docMk/>
            <pc:sldMk cId="247248250" sldId="344"/>
            <ac:picMk id="11" creationId="{391D7081-02EF-46B9-8FF7-0406658FB677}"/>
          </ac:picMkLst>
        </pc:picChg>
      </pc:sldChg>
      <pc:sldChg chg="addSp delSp modSp add mod">
        <pc:chgData name="Ricardo Fernandes" userId="cf37fd8b0d3c9e95" providerId="LiveId" clId="{A4F44D94-3E07-43B7-B685-2636B760A42E}" dt="2025-09-28T10:29:24.445" v="6596" actId="255"/>
        <pc:sldMkLst>
          <pc:docMk/>
          <pc:sldMk cId="113243498" sldId="345"/>
        </pc:sldMkLst>
        <pc:spChg chg="mod">
          <ac:chgData name="Ricardo Fernandes" userId="cf37fd8b0d3c9e95" providerId="LiveId" clId="{A4F44D94-3E07-43B7-B685-2636B760A42E}" dt="2025-09-28T10:29:24.445" v="6596" actId="255"/>
          <ac:spMkLst>
            <pc:docMk/>
            <pc:sldMk cId="113243498" sldId="345"/>
            <ac:spMk id="19" creationId="{15786BF1-3232-6F77-5AFE-C5AD9D2D7D0A}"/>
          </ac:spMkLst>
        </pc:spChg>
        <pc:picChg chg="del">
          <ac:chgData name="Ricardo Fernandes" userId="cf37fd8b0d3c9e95" providerId="LiveId" clId="{A4F44D94-3E07-43B7-B685-2636B760A42E}" dt="2025-09-28T10:23:54.594" v="6067" actId="478"/>
          <ac:picMkLst>
            <pc:docMk/>
            <pc:sldMk cId="113243498" sldId="345"/>
            <ac:picMk id="6" creationId="{BB2131DA-B414-1821-2BDF-4142103443FF}"/>
          </ac:picMkLst>
        </pc:picChg>
        <pc:picChg chg="add del mod">
          <ac:chgData name="Ricardo Fernandes" userId="cf37fd8b0d3c9e95" providerId="LiveId" clId="{A4F44D94-3E07-43B7-B685-2636B760A42E}" dt="2025-09-28T10:25:48.298" v="6265" actId="478"/>
          <ac:picMkLst>
            <pc:docMk/>
            <pc:sldMk cId="113243498" sldId="345"/>
            <ac:picMk id="8" creationId="{53D5CC55-FCA6-F1B9-6456-70A68347F87B}"/>
          </ac:picMkLst>
        </pc:picChg>
        <pc:picChg chg="add del mod">
          <ac:chgData name="Ricardo Fernandes" userId="cf37fd8b0d3c9e95" providerId="LiveId" clId="{A4F44D94-3E07-43B7-B685-2636B760A42E}" dt="2025-09-28T10:27:59.802" v="6509" actId="478"/>
          <ac:picMkLst>
            <pc:docMk/>
            <pc:sldMk cId="113243498" sldId="345"/>
            <ac:picMk id="11" creationId="{78FF1C33-1291-A880-5487-457B4E69E254}"/>
          </ac:picMkLst>
        </pc:picChg>
        <pc:picChg chg="add mod">
          <ac:chgData name="Ricardo Fernandes" userId="cf37fd8b0d3c9e95" providerId="LiveId" clId="{A4F44D94-3E07-43B7-B685-2636B760A42E}" dt="2025-09-28T10:28:08.558" v="6514" actId="1076"/>
          <ac:picMkLst>
            <pc:docMk/>
            <pc:sldMk cId="113243498" sldId="345"/>
            <ac:picMk id="14" creationId="{35F99B96-64CB-910C-BB32-1DF25051EA2C}"/>
          </ac:picMkLst>
        </pc:picChg>
      </pc:sldChg>
      <pc:sldChg chg="add ord">
        <pc:chgData name="Ricardo Fernandes" userId="cf37fd8b0d3c9e95" providerId="LiveId" clId="{A4F44D94-3E07-43B7-B685-2636B760A42E}" dt="2025-09-28T10:30:08.172" v="6598"/>
        <pc:sldMkLst>
          <pc:docMk/>
          <pc:sldMk cId="3626999948" sldId="346"/>
        </pc:sldMkLst>
      </pc:sldChg>
      <pc:sldChg chg="addSp delSp modSp add mod">
        <pc:chgData name="Ricardo Fernandes" userId="cf37fd8b0d3c9e95" providerId="LiveId" clId="{A4F44D94-3E07-43B7-B685-2636B760A42E}" dt="2025-09-28T10:31:22.462" v="6828" actId="20577"/>
        <pc:sldMkLst>
          <pc:docMk/>
          <pc:sldMk cId="984214227" sldId="347"/>
        </pc:sldMkLst>
        <pc:spChg chg="mod">
          <ac:chgData name="Ricardo Fernandes" userId="cf37fd8b0d3c9e95" providerId="LiveId" clId="{A4F44D94-3E07-43B7-B685-2636B760A42E}" dt="2025-09-28T10:31:22.462" v="6828" actId="20577"/>
          <ac:spMkLst>
            <pc:docMk/>
            <pc:sldMk cId="984214227" sldId="347"/>
            <ac:spMk id="19" creationId="{0799ABB1-9C5B-1352-323D-FA6D7FAC083D}"/>
          </ac:spMkLst>
        </pc:spChg>
        <pc:picChg chg="add mod">
          <ac:chgData name="Ricardo Fernandes" userId="cf37fd8b0d3c9e95" providerId="LiveId" clId="{A4F44D94-3E07-43B7-B685-2636B760A42E}" dt="2025-09-28T10:30:15.412" v="6602" actId="1076"/>
          <ac:picMkLst>
            <pc:docMk/>
            <pc:sldMk cId="984214227" sldId="347"/>
            <ac:picMk id="6" creationId="{E8A92380-8EE0-13C3-F50A-34E006FE313F}"/>
          </ac:picMkLst>
        </pc:picChg>
        <pc:picChg chg="del">
          <ac:chgData name="Ricardo Fernandes" userId="cf37fd8b0d3c9e95" providerId="LiveId" clId="{A4F44D94-3E07-43B7-B685-2636B760A42E}" dt="2025-09-28T10:30:13.232" v="6600" actId="478"/>
          <ac:picMkLst>
            <pc:docMk/>
            <pc:sldMk cId="984214227" sldId="347"/>
            <ac:picMk id="14" creationId="{F6EF39DB-FC9E-A5AB-9E56-AF1EA6901A29}"/>
          </ac:picMkLst>
        </pc:picChg>
      </pc:sldChg>
      <pc:sldChg chg="addSp delSp modSp add mod">
        <pc:chgData name="Ricardo Fernandes" userId="cf37fd8b0d3c9e95" providerId="LiveId" clId="{A4F44D94-3E07-43B7-B685-2636B760A42E}" dt="2025-09-28T10:33:21.159" v="6988" actId="20577"/>
        <pc:sldMkLst>
          <pc:docMk/>
          <pc:sldMk cId="1103827793" sldId="348"/>
        </pc:sldMkLst>
        <pc:spChg chg="mod">
          <ac:chgData name="Ricardo Fernandes" userId="cf37fd8b0d3c9e95" providerId="LiveId" clId="{A4F44D94-3E07-43B7-B685-2636B760A42E}" dt="2025-09-28T10:33:21.159" v="6988" actId="20577"/>
          <ac:spMkLst>
            <pc:docMk/>
            <pc:sldMk cId="1103827793" sldId="348"/>
            <ac:spMk id="19" creationId="{51A821C3-6744-2834-BD37-C664536EC8EF}"/>
          </ac:spMkLst>
        </pc:spChg>
        <pc:picChg chg="del">
          <ac:chgData name="Ricardo Fernandes" userId="cf37fd8b0d3c9e95" providerId="LiveId" clId="{A4F44D94-3E07-43B7-B685-2636B760A42E}" dt="2025-09-28T10:32:11.474" v="6830" actId="478"/>
          <ac:picMkLst>
            <pc:docMk/>
            <pc:sldMk cId="1103827793" sldId="348"/>
            <ac:picMk id="6" creationId="{F7CA45C8-94D4-5064-5B11-2B2C70498465}"/>
          </ac:picMkLst>
        </pc:picChg>
        <pc:picChg chg="add mod">
          <ac:chgData name="Ricardo Fernandes" userId="cf37fd8b0d3c9e95" providerId="LiveId" clId="{A4F44D94-3E07-43B7-B685-2636B760A42E}" dt="2025-09-28T10:32:13.782" v="6832" actId="1076"/>
          <ac:picMkLst>
            <pc:docMk/>
            <pc:sldMk cId="1103827793" sldId="348"/>
            <ac:picMk id="8" creationId="{014BFC92-BACB-7ECB-03B6-12EE67F9E7AF}"/>
          </ac:picMkLst>
        </pc:picChg>
      </pc:sldChg>
      <pc:sldChg chg="addSp delSp modSp add mod">
        <pc:chgData name="Ricardo Fernandes" userId="cf37fd8b0d3c9e95" providerId="LiveId" clId="{A4F44D94-3E07-43B7-B685-2636B760A42E}" dt="2025-09-28T10:34:12.144" v="7152" actId="20577"/>
        <pc:sldMkLst>
          <pc:docMk/>
          <pc:sldMk cId="3971355160" sldId="349"/>
        </pc:sldMkLst>
        <pc:spChg chg="mod">
          <ac:chgData name="Ricardo Fernandes" userId="cf37fd8b0d3c9e95" providerId="LiveId" clId="{A4F44D94-3E07-43B7-B685-2636B760A42E}" dt="2025-09-28T10:34:12.144" v="7152" actId="20577"/>
          <ac:spMkLst>
            <pc:docMk/>
            <pc:sldMk cId="3971355160" sldId="349"/>
            <ac:spMk id="19" creationId="{263A6A0A-3879-EFD5-7F57-05C5B2B24457}"/>
          </ac:spMkLst>
        </pc:spChg>
        <pc:picChg chg="add mod">
          <ac:chgData name="Ricardo Fernandes" userId="cf37fd8b0d3c9e95" providerId="LiveId" clId="{A4F44D94-3E07-43B7-B685-2636B760A42E}" dt="2025-09-28T10:33:37.778" v="6994" actId="1076"/>
          <ac:picMkLst>
            <pc:docMk/>
            <pc:sldMk cId="3971355160" sldId="349"/>
            <ac:picMk id="6" creationId="{1D48DA89-CAA8-97B9-88F8-E7C62FF4DA81}"/>
          </ac:picMkLst>
        </pc:picChg>
        <pc:picChg chg="del">
          <ac:chgData name="Ricardo Fernandes" userId="cf37fd8b0d3c9e95" providerId="LiveId" clId="{A4F44D94-3E07-43B7-B685-2636B760A42E}" dt="2025-09-28T10:33:33.819" v="6990" actId="478"/>
          <ac:picMkLst>
            <pc:docMk/>
            <pc:sldMk cId="3971355160" sldId="349"/>
            <ac:picMk id="8" creationId="{5900E67E-3CD1-0204-CFDE-86ADC3677987}"/>
          </ac:picMkLst>
        </pc:picChg>
      </pc:sldChg>
      <pc:sldChg chg="addSp delSp modSp add mod">
        <pc:chgData name="Ricardo Fernandes" userId="cf37fd8b0d3c9e95" providerId="LiveId" clId="{A4F44D94-3E07-43B7-B685-2636B760A42E}" dt="2025-09-28T11:11:42.445" v="7172" actId="14100"/>
        <pc:sldMkLst>
          <pc:docMk/>
          <pc:sldMk cId="1610766228" sldId="350"/>
        </pc:sldMkLst>
        <pc:spChg chg="mod">
          <ac:chgData name="Ricardo Fernandes" userId="cf37fd8b0d3c9e95" providerId="LiveId" clId="{A4F44D94-3E07-43B7-B685-2636B760A42E}" dt="2025-09-28T10:35:05.357" v="7165" actId="27636"/>
          <ac:spMkLst>
            <pc:docMk/>
            <pc:sldMk cId="1610766228" sldId="350"/>
            <ac:spMk id="19" creationId="{6AC8256D-3889-C78F-D84B-6A0DEE368C86}"/>
          </ac:spMkLst>
        </pc:spChg>
        <pc:spChg chg="mod">
          <ac:chgData name="Ricardo Fernandes" userId="cf37fd8b0d3c9e95" providerId="LiveId" clId="{A4F44D94-3E07-43B7-B685-2636B760A42E}" dt="2025-09-28T10:35:02.633" v="7162" actId="20577"/>
          <ac:spMkLst>
            <pc:docMk/>
            <pc:sldMk cId="1610766228" sldId="350"/>
            <ac:spMk id="9229" creationId="{88E02536-A6AB-7D20-CC41-9ABF0C16E78D}"/>
          </ac:spMkLst>
        </pc:spChg>
        <pc:picChg chg="del">
          <ac:chgData name="Ricardo Fernandes" userId="cf37fd8b0d3c9e95" providerId="LiveId" clId="{A4F44D94-3E07-43B7-B685-2636B760A42E}" dt="2025-09-28T10:35:04.257" v="7163" actId="478"/>
          <ac:picMkLst>
            <pc:docMk/>
            <pc:sldMk cId="1610766228" sldId="350"/>
            <ac:picMk id="6" creationId="{8DC53F38-3653-D25A-238B-FA802648D190}"/>
          </ac:picMkLst>
        </pc:picChg>
        <pc:picChg chg="add mod">
          <ac:chgData name="Ricardo Fernandes" userId="cf37fd8b0d3c9e95" providerId="LiveId" clId="{A4F44D94-3E07-43B7-B685-2636B760A42E}" dt="2025-09-28T11:11:12.013" v="7168" actId="1076"/>
          <ac:picMkLst>
            <pc:docMk/>
            <pc:sldMk cId="1610766228" sldId="350"/>
            <ac:picMk id="8" creationId="{EAE972BB-3707-C3F7-CDE5-82F62D6D75EE}"/>
          </ac:picMkLst>
        </pc:picChg>
        <pc:picChg chg="add mod">
          <ac:chgData name="Ricardo Fernandes" userId="cf37fd8b0d3c9e95" providerId="LiveId" clId="{A4F44D94-3E07-43B7-B685-2636B760A42E}" dt="2025-09-28T11:11:42.445" v="7172" actId="14100"/>
          <ac:picMkLst>
            <pc:docMk/>
            <pc:sldMk cId="1610766228" sldId="350"/>
            <ac:picMk id="11" creationId="{1F18448C-66B0-CD42-D0CD-6936CFA72193}"/>
          </ac:picMkLst>
        </pc:picChg>
      </pc:sldChg>
      <pc:sldChg chg="addSp delSp modSp add mod ord">
        <pc:chgData name="Ricardo Fernandes" userId="cf37fd8b0d3c9e95" providerId="LiveId" clId="{A4F44D94-3E07-43B7-B685-2636B760A42E}" dt="2025-09-28T11:14:51.350" v="7469" actId="1076"/>
        <pc:sldMkLst>
          <pc:docMk/>
          <pc:sldMk cId="2488195062" sldId="351"/>
        </pc:sldMkLst>
        <pc:spChg chg="mod">
          <ac:chgData name="Ricardo Fernandes" userId="cf37fd8b0d3c9e95" providerId="LiveId" clId="{A4F44D94-3E07-43B7-B685-2636B760A42E}" dt="2025-09-28T11:14:46.998" v="7467" actId="27636"/>
          <ac:spMkLst>
            <pc:docMk/>
            <pc:sldMk cId="2488195062" sldId="351"/>
            <ac:spMk id="19" creationId="{7111EC1B-20F8-BBDB-A604-2157AE734FD9}"/>
          </ac:spMkLst>
        </pc:spChg>
        <pc:spChg chg="mod">
          <ac:chgData name="Ricardo Fernandes" userId="cf37fd8b0d3c9e95" providerId="LiveId" clId="{A4F44D94-3E07-43B7-B685-2636B760A42E}" dt="2025-09-28T11:12:19.519" v="7195" actId="20577"/>
          <ac:spMkLst>
            <pc:docMk/>
            <pc:sldMk cId="2488195062" sldId="351"/>
            <ac:spMk id="9229" creationId="{38DFC0DB-5A80-F2F1-8EA4-AA386EDE4C3E}"/>
          </ac:spMkLst>
        </pc:spChg>
        <pc:picChg chg="add mod">
          <ac:chgData name="Ricardo Fernandes" userId="cf37fd8b0d3c9e95" providerId="LiveId" clId="{A4F44D94-3E07-43B7-B685-2636B760A42E}" dt="2025-09-28T11:14:51.350" v="7469" actId="1076"/>
          <ac:picMkLst>
            <pc:docMk/>
            <pc:sldMk cId="2488195062" sldId="351"/>
            <ac:picMk id="6" creationId="{43EB27A3-3A38-1176-2FE9-BAB2B0C72897}"/>
          </ac:picMkLst>
        </pc:picChg>
        <pc:picChg chg="del">
          <ac:chgData name="Ricardo Fernandes" userId="cf37fd8b0d3c9e95" providerId="LiveId" clId="{A4F44D94-3E07-43B7-B685-2636B760A42E}" dt="2025-09-28T11:12:57.569" v="7196" actId="478"/>
          <ac:picMkLst>
            <pc:docMk/>
            <pc:sldMk cId="2488195062" sldId="351"/>
            <ac:picMk id="8" creationId="{D00F08C9-66D4-C15C-8B25-88E7F8516B13}"/>
          </ac:picMkLst>
        </pc:picChg>
      </pc:sldChg>
      <pc:sldChg chg="addSp delSp modSp add mod">
        <pc:chgData name="Ricardo Fernandes" userId="cf37fd8b0d3c9e95" providerId="LiveId" clId="{A4F44D94-3E07-43B7-B685-2636B760A42E}" dt="2025-09-28T11:15:41.980" v="7516" actId="20577"/>
        <pc:sldMkLst>
          <pc:docMk/>
          <pc:sldMk cId="4109903191" sldId="352"/>
        </pc:sldMkLst>
        <pc:spChg chg="mod">
          <ac:chgData name="Ricardo Fernandes" userId="cf37fd8b0d3c9e95" providerId="LiveId" clId="{A4F44D94-3E07-43B7-B685-2636B760A42E}" dt="2025-09-28T11:15:41.980" v="7516" actId="20577"/>
          <ac:spMkLst>
            <pc:docMk/>
            <pc:sldMk cId="4109903191" sldId="352"/>
            <ac:spMk id="19" creationId="{681655BE-4921-98F5-485C-2F6646F5709C}"/>
          </ac:spMkLst>
        </pc:spChg>
        <pc:picChg chg="del">
          <ac:chgData name="Ricardo Fernandes" userId="cf37fd8b0d3c9e95" providerId="LiveId" clId="{A4F44D94-3E07-43B7-B685-2636B760A42E}" dt="2025-09-28T11:15:28.175" v="7471" actId="478"/>
          <ac:picMkLst>
            <pc:docMk/>
            <pc:sldMk cId="4109903191" sldId="352"/>
            <ac:picMk id="6" creationId="{E95AB51C-BA52-5808-F5D9-59B1412F1EA7}"/>
          </ac:picMkLst>
        </pc:picChg>
        <pc:picChg chg="add mod">
          <ac:chgData name="Ricardo Fernandes" userId="cf37fd8b0d3c9e95" providerId="LiveId" clId="{A4F44D94-3E07-43B7-B685-2636B760A42E}" dt="2025-09-28T11:15:31.960" v="7474" actId="1076"/>
          <ac:picMkLst>
            <pc:docMk/>
            <pc:sldMk cId="4109903191" sldId="352"/>
            <ac:picMk id="8" creationId="{28093AA4-A1C3-9410-841F-452746BE73CD}"/>
          </ac:picMkLst>
        </pc:picChg>
      </pc:sldChg>
      <pc:sldChg chg="addSp delSp modSp add mod">
        <pc:chgData name="Ricardo Fernandes" userId="cf37fd8b0d3c9e95" providerId="LiveId" clId="{A4F44D94-3E07-43B7-B685-2636B760A42E}" dt="2025-09-28T11:17:38.260" v="7816" actId="313"/>
        <pc:sldMkLst>
          <pc:docMk/>
          <pc:sldMk cId="3930599402" sldId="353"/>
        </pc:sldMkLst>
        <pc:spChg chg="mod">
          <ac:chgData name="Ricardo Fernandes" userId="cf37fd8b0d3c9e95" providerId="LiveId" clId="{A4F44D94-3E07-43B7-B685-2636B760A42E}" dt="2025-09-28T11:17:38.260" v="7816" actId="313"/>
          <ac:spMkLst>
            <pc:docMk/>
            <pc:sldMk cId="3930599402" sldId="353"/>
            <ac:spMk id="19" creationId="{F267B704-ECE7-A5ED-539A-F8243B470E35}"/>
          </ac:spMkLst>
        </pc:spChg>
        <pc:picChg chg="add mod">
          <ac:chgData name="Ricardo Fernandes" userId="cf37fd8b0d3c9e95" providerId="LiveId" clId="{A4F44D94-3E07-43B7-B685-2636B760A42E}" dt="2025-09-28T11:17:27.789" v="7791" actId="14100"/>
          <ac:picMkLst>
            <pc:docMk/>
            <pc:sldMk cId="3930599402" sldId="353"/>
            <ac:picMk id="6" creationId="{6E094AB9-2E42-F94A-13AE-09E20407FD48}"/>
          </ac:picMkLst>
        </pc:picChg>
        <pc:picChg chg="del">
          <ac:chgData name="Ricardo Fernandes" userId="cf37fd8b0d3c9e95" providerId="LiveId" clId="{A4F44D94-3E07-43B7-B685-2636B760A42E}" dt="2025-09-28T11:16:05.860" v="7518" actId="478"/>
          <ac:picMkLst>
            <pc:docMk/>
            <pc:sldMk cId="3930599402" sldId="353"/>
            <ac:picMk id="8" creationId="{FC7A7AC5-CED8-5D53-AAAF-5EC9430DF3B3}"/>
          </ac:picMkLst>
        </pc:picChg>
      </pc:sldChg>
      <pc:sldChg chg="addSp delSp modSp add mod">
        <pc:chgData name="Ricardo Fernandes" userId="cf37fd8b0d3c9e95" providerId="LiveId" clId="{A4F44D94-3E07-43B7-B685-2636B760A42E}" dt="2025-09-28T11:19:10.587" v="8047" actId="20577"/>
        <pc:sldMkLst>
          <pc:docMk/>
          <pc:sldMk cId="1770395780" sldId="354"/>
        </pc:sldMkLst>
        <pc:spChg chg="mod">
          <ac:chgData name="Ricardo Fernandes" userId="cf37fd8b0d3c9e95" providerId="LiveId" clId="{A4F44D94-3E07-43B7-B685-2636B760A42E}" dt="2025-09-28T11:19:10.587" v="8047" actId="20577"/>
          <ac:spMkLst>
            <pc:docMk/>
            <pc:sldMk cId="1770395780" sldId="354"/>
            <ac:spMk id="19" creationId="{321BBC00-30AD-C081-C18B-245D12096F94}"/>
          </ac:spMkLst>
        </pc:spChg>
        <pc:picChg chg="del">
          <ac:chgData name="Ricardo Fernandes" userId="cf37fd8b0d3c9e95" providerId="LiveId" clId="{A4F44D94-3E07-43B7-B685-2636B760A42E}" dt="2025-09-28T11:17:52.725" v="7818" actId="478"/>
          <ac:picMkLst>
            <pc:docMk/>
            <pc:sldMk cId="1770395780" sldId="354"/>
            <ac:picMk id="6" creationId="{FCF04E5D-A98C-F30C-58E8-D19AC985F042}"/>
          </ac:picMkLst>
        </pc:picChg>
        <pc:picChg chg="add mod">
          <ac:chgData name="Ricardo Fernandes" userId="cf37fd8b0d3c9e95" providerId="LiveId" clId="{A4F44D94-3E07-43B7-B685-2636B760A42E}" dt="2025-09-28T11:18:04.190" v="7822" actId="14100"/>
          <ac:picMkLst>
            <pc:docMk/>
            <pc:sldMk cId="1770395780" sldId="354"/>
            <ac:picMk id="8" creationId="{CCCCCA15-9114-8BE9-948B-4F8AA7B6A5FC}"/>
          </ac:picMkLst>
        </pc:picChg>
      </pc:sldChg>
      <pc:sldChg chg="addSp delSp modSp add mod">
        <pc:chgData name="Ricardo Fernandes" userId="cf37fd8b0d3c9e95" providerId="LiveId" clId="{A4F44D94-3E07-43B7-B685-2636B760A42E}" dt="2025-09-28T11:20:46.964" v="8258" actId="20577"/>
        <pc:sldMkLst>
          <pc:docMk/>
          <pc:sldMk cId="1431888181" sldId="355"/>
        </pc:sldMkLst>
        <pc:spChg chg="mod">
          <ac:chgData name="Ricardo Fernandes" userId="cf37fd8b0d3c9e95" providerId="LiveId" clId="{A4F44D94-3E07-43B7-B685-2636B760A42E}" dt="2025-09-28T11:20:46.964" v="8258" actId="20577"/>
          <ac:spMkLst>
            <pc:docMk/>
            <pc:sldMk cId="1431888181" sldId="355"/>
            <ac:spMk id="19" creationId="{A1185416-2AD4-339F-33EF-1584E1F1545E}"/>
          </ac:spMkLst>
        </pc:spChg>
        <pc:picChg chg="add mod">
          <ac:chgData name="Ricardo Fernandes" userId="cf37fd8b0d3c9e95" providerId="LiveId" clId="{A4F44D94-3E07-43B7-B685-2636B760A42E}" dt="2025-09-28T11:19:31.206" v="8054" actId="1076"/>
          <ac:picMkLst>
            <pc:docMk/>
            <pc:sldMk cId="1431888181" sldId="355"/>
            <ac:picMk id="6" creationId="{5BA271AE-D676-0BC4-1A60-E377F6ACAC1A}"/>
          </ac:picMkLst>
        </pc:picChg>
        <pc:picChg chg="del">
          <ac:chgData name="Ricardo Fernandes" userId="cf37fd8b0d3c9e95" providerId="LiveId" clId="{A4F44D94-3E07-43B7-B685-2636B760A42E}" dt="2025-09-28T11:19:26.402" v="8049" actId="478"/>
          <ac:picMkLst>
            <pc:docMk/>
            <pc:sldMk cId="1431888181" sldId="355"/>
            <ac:picMk id="8" creationId="{05BCD9CA-9579-33B8-0DD8-29DADA94B451}"/>
          </ac:picMkLst>
        </pc:picChg>
      </pc:sldChg>
      <pc:sldChg chg="addSp delSp modSp add mod">
        <pc:chgData name="Ricardo Fernandes" userId="cf37fd8b0d3c9e95" providerId="LiveId" clId="{A4F44D94-3E07-43B7-B685-2636B760A42E}" dt="2025-09-28T11:22:22.141" v="8458" actId="20577"/>
        <pc:sldMkLst>
          <pc:docMk/>
          <pc:sldMk cId="878422036" sldId="356"/>
        </pc:sldMkLst>
        <pc:spChg chg="mod">
          <ac:chgData name="Ricardo Fernandes" userId="cf37fd8b0d3c9e95" providerId="LiveId" clId="{A4F44D94-3E07-43B7-B685-2636B760A42E}" dt="2025-09-28T11:22:22.141" v="8458" actId="20577"/>
          <ac:spMkLst>
            <pc:docMk/>
            <pc:sldMk cId="878422036" sldId="356"/>
            <ac:spMk id="19" creationId="{4706DE57-5261-4A7B-C774-2E0C8C6D6850}"/>
          </ac:spMkLst>
        </pc:spChg>
        <pc:picChg chg="del">
          <ac:chgData name="Ricardo Fernandes" userId="cf37fd8b0d3c9e95" providerId="LiveId" clId="{A4F44D94-3E07-43B7-B685-2636B760A42E}" dt="2025-09-28T11:20:50.542" v="8260" actId="478"/>
          <ac:picMkLst>
            <pc:docMk/>
            <pc:sldMk cId="878422036" sldId="356"/>
            <ac:picMk id="6" creationId="{18461222-F78A-0EFC-DCF7-9ACD1B519BFA}"/>
          </ac:picMkLst>
        </pc:picChg>
        <pc:picChg chg="add mod">
          <ac:chgData name="Ricardo Fernandes" userId="cf37fd8b0d3c9e95" providerId="LiveId" clId="{A4F44D94-3E07-43B7-B685-2636B760A42E}" dt="2025-09-28T11:21:12.942" v="8265" actId="1076"/>
          <ac:picMkLst>
            <pc:docMk/>
            <pc:sldMk cId="878422036" sldId="356"/>
            <ac:picMk id="8" creationId="{1066D34D-F194-807C-2054-930570EFF6D7}"/>
          </ac:picMkLst>
        </pc:picChg>
      </pc:sldChg>
      <pc:sldChg chg="addSp delSp modSp add mod">
        <pc:chgData name="Ricardo Fernandes" userId="cf37fd8b0d3c9e95" providerId="LiveId" clId="{A4F44D94-3E07-43B7-B685-2636B760A42E}" dt="2025-09-28T11:23:04.105" v="8537" actId="313"/>
        <pc:sldMkLst>
          <pc:docMk/>
          <pc:sldMk cId="3859224035" sldId="357"/>
        </pc:sldMkLst>
        <pc:spChg chg="mod">
          <ac:chgData name="Ricardo Fernandes" userId="cf37fd8b0d3c9e95" providerId="LiveId" clId="{A4F44D94-3E07-43B7-B685-2636B760A42E}" dt="2025-09-28T11:23:04.105" v="8537" actId="313"/>
          <ac:spMkLst>
            <pc:docMk/>
            <pc:sldMk cId="3859224035" sldId="357"/>
            <ac:spMk id="19" creationId="{8B8FFCA7-FF6F-EA68-6C5F-0B875E97D5A4}"/>
          </ac:spMkLst>
        </pc:spChg>
        <pc:picChg chg="add mod">
          <ac:chgData name="Ricardo Fernandes" userId="cf37fd8b0d3c9e95" providerId="LiveId" clId="{A4F44D94-3E07-43B7-B685-2636B760A42E}" dt="2025-09-28T11:22:42.505" v="8463" actId="1076"/>
          <ac:picMkLst>
            <pc:docMk/>
            <pc:sldMk cId="3859224035" sldId="357"/>
            <ac:picMk id="6" creationId="{1D9DD379-AD75-DA4C-947E-F0C20821B94F}"/>
          </ac:picMkLst>
        </pc:picChg>
        <pc:picChg chg="del">
          <ac:chgData name="Ricardo Fernandes" userId="cf37fd8b0d3c9e95" providerId="LiveId" clId="{A4F44D94-3E07-43B7-B685-2636B760A42E}" dt="2025-09-28T11:22:39.408" v="8460" actId="478"/>
          <ac:picMkLst>
            <pc:docMk/>
            <pc:sldMk cId="3859224035" sldId="357"/>
            <ac:picMk id="8" creationId="{E5395AC5-9F19-1E30-D9B3-2256F40B446F}"/>
          </ac:picMkLst>
        </pc:picChg>
      </pc:sldChg>
      <pc:sldChg chg="addSp delSp modSp add mod">
        <pc:chgData name="Ricardo Fernandes" userId="cf37fd8b0d3c9e95" providerId="LiveId" clId="{A4F44D94-3E07-43B7-B685-2636B760A42E}" dt="2025-09-28T11:24:13.822" v="8713" actId="20577"/>
        <pc:sldMkLst>
          <pc:docMk/>
          <pc:sldMk cId="3856460664" sldId="358"/>
        </pc:sldMkLst>
        <pc:spChg chg="mod">
          <ac:chgData name="Ricardo Fernandes" userId="cf37fd8b0d3c9e95" providerId="LiveId" clId="{A4F44D94-3E07-43B7-B685-2636B760A42E}" dt="2025-09-28T11:24:13.822" v="8713" actId="20577"/>
          <ac:spMkLst>
            <pc:docMk/>
            <pc:sldMk cId="3856460664" sldId="358"/>
            <ac:spMk id="19" creationId="{38E8F3E4-011F-4789-312D-CA6ED0F7B992}"/>
          </ac:spMkLst>
        </pc:spChg>
        <pc:picChg chg="del">
          <ac:chgData name="Ricardo Fernandes" userId="cf37fd8b0d3c9e95" providerId="LiveId" clId="{A4F44D94-3E07-43B7-B685-2636B760A42E}" dt="2025-09-28T11:23:38.770" v="8539" actId="478"/>
          <ac:picMkLst>
            <pc:docMk/>
            <pc:sldMk cId="3856460664" sldId="358"/>
            <ac:picMk id="6" creationId="{B8470DB4-0D55-2D09-CA34-A5FB231A91D9}"/>
          </ac:picMkLst>
        </pc:picChg>
        <pc:picChg chg="add">
          <ac:chgData name="Ricardo Fernandes" userId="cf37fd8b0d3c9e95" providerId="LiveId" clId="{A4F44D94-3E07-43B7-B685-2636B760A42E}" dt="2025-09-28T11:23:39.011" v="8540" actId="22"/>
          <ac:picMkLst>
            <pc:docMk/>
            <pc:sldMk cId="3856460664" sldId="358"/>
            <ac:picMk id="8" creationId="{23635C94-DA44-B65E-4B68-4D7A12241132}"/>
          </ac:picMkLst>
        </pc:picChg>
      </pc:sldChg>
      <pc:sldChg chg="addSp delSp modSp add mod">
        <pc:chgData name="Ricardo Fernandes" userId="cf37fd8b0d3c9e95" providerId="LiveId" clId="{A4F44D94-3E07-43B7-B685-2636B760A42E}" dt="2025-09-28T11:25:27.399" v="8907" actId="20577"/>
        <pc:sldMkLst>
          <pc:docMk/>
          <pc:sldMk cId="3003383702" sldId="359"/>
        </pc:sldMkLst>
        <pc:spChg chg="mod">
          <ac:chgData name="Ricardo Fernandes" userId="cf37fd8b0d3c9e95" providerId="LiveId" clId="{A4F44D94-3E07-43B7-B685-2636B760A42E}" dt="2025-09-28T11:25:27.399" v="8907" actId="20577"/>
          <ac:spMkLst>
            <pc:docMk/>
            <pc:sldMk cId="3003383702" sldId="359"/>
            <ac:spMk id="19" creationId="{992F1711-4172-E7D3-A25F-CDFD4019473B}"/>
          </ac:spMkLst>
        </pc:spChg>
        <pc:picChg chg="add mod">
          <ac:chgData name="Ricardo Fernandes" userId="cf37fd8b0d3c9e95" providerId="LiveId" clId="{A4F44D94-3E07-43B7-B685-2636B760A42E}" dt="2025-09-28T11:24:32.080" v="8717" actId="1076"/>
          <ac:picMkLst>
            <pc:docMk/>
            <pc:sldMk cId="3003383702" sldId="359"/>
            <ac:picMk id="6" creationId="{BA93B659-AB8C-5436-8DAE-DD8111620F9A}"/>
          </ac:picMkLst>
        </pc:picChg>
        <pc:picChg chg="del">
          <ac:chgData name="Ricardo Fernandes" userId="cf37fd8b0d3c9e95" providerId="LiveId" clId="{A4F44D94-3E07-43B7-B685-2636B760A42E}" dt="2025-09-28T11:24:30.008" v="8715" actId="478"/>
          <ac:picMkLst>
            <pc:docMk/>
            <pc:sldMk cId="3003383702" sldId="359"/>
            <ac:picMk id="8" creationId="{AF4FF35B-1CE4-0CB4-C5A8-E8BA2A1BF766}"/>
          </ac:picMkLst>
        </pc:picChg>
      </pc:sldChg>
      <pc:sldChg chg="addSp delSp modSp add mod">
        <pc:chgData name="Ricardo Fernandes" userId="cf37fd8b0d3c9e95" providerId="LiveId" clId="{A4F44D94-3E07-43B7-B685-2636B760A42E}" dt="2025-09-28T11:27:19.275" v="9249" actId="123"/>
        <pc:sldMkLst>
          <pc:docMk/>
          <pc:sldMk cId="2073611517" sldId="360"/>
        </pc:sldMkLst>
        <pc:spChg chg="mod">
          <ac:chgData name="Ricardo Fernandes" userId="cf37fd8b0d3c9e95" providerId="LiveId" clId="{A4F44D94-3E07-43B7-B685-2636B760A42E}" dt="2025-09-28T11:27:19.275" v="9249" actId="123"/>
          <ac:spMkLst>
            <pc:docMk/>
            <pc:sldMk cId="2073611517" sldId="360"/>
            <ac:spMk id="19" creationId="{50CA96CB-9F07-43A4-2328-BE5902DAFA4B}"/>
          </ac:spMkLst>
        </pc:spChg>
        <pc:picChg chg="del">
          <ac:chgData name="Ricardo Fernandes" userId="cf37fd8b0d3c9e95" providerId="LiveId" clId="{A4F44D94-3E07-43B7-B685-2636B760A42E}" dt="2025-09-28T11:25:32.719" v="8909" actId="478"/>
          <ac:picMkLst>
            <pc:docMk/>
            <pc:sldMk cId="2073611517" sldId="360"/>
            <ac:picMk id="6" creationId="{C549ED58-F3BD-C52A-8B1B-4C5FDC70C013}"/>
          </ac:picMkLst>
        </pc:picChg>
        <pc:picChg chg="add mod">
          <ac:chgData name="Ricardo Fernandes" userId="cf37fd8b0d3c9e95" providerId="LiveId" clId="{A4F44D94-3E07-43B7-B685-2636B760A42E}" dt="2025-09-28T11:26:58.706" v="9170" actId="1076"/>
          <ac:picMkLst>
            <pc:docMk/>
            <pc:sldMk cId="2073611517" sldId="360"/>
            <ac:picMk id="8" creationId="{3A59B98C-B7C6-710E-2304-7704955218D3}"/>
          </ac:picMkLst>
        </pc:picChg>
      </pc:sldChg>
      <pc:sldChg chg="delSp modSp add mod">
        <pc:chgData name="Ricardo Fernandes" userId="cf37fd8b0d3c9e95" providerId="LiveId" clId="{A4F44D94-3E07-43B7-B685-2636B760A42E}" dt="2025-09-28T11:30:20.673" v="9960" actId="20577"/>
        <pc:sldMkLst>
          <pc:docMk/>
          <pc:sldMk cId="1819624067" sldId="361"/>
        </pc:sldMkLst>
        <pc:spChg chg="mod">
          <ac:chgData name="Ricardo Fernandes" userId="cf37fd8b0d3c9e95" providerId="LiveId" clId="{A4F44D94-3E07-43B7-B685-2636B760A42E}" dt="2025-09-28T11:30:20.673" v="9960" actId="20577"/>
          <ac:spMkLst>
            <pc:docMk/>
            <pc:sldMk cId="1819624067" sldId="361"/>
            <ac:spMk id="19" creationId="{3E861C3E-299E-C30C-5BD0-F5C0A0B99795}"/>
          </ac:spMkLst>
        </pc:spChg>
        <pc:spChg chg="mod">
          <ac:chgData name="Ricardo Fernandes" userId="cf37fd8b0d3c9e95" providerId="LiveId" clId="{A4F44D94-3E07-43B7-B685-2636B760A42E}" dt="2025-09-28T11:27:27.443" v="9259" actId="20577"/>
          <ac:spMkLst>
            <pc:docMk/>
            <pc:sldMk cId="1819624067" sldId="361"/>
            <ac:spMk id="9229" creationId="{44589BA2-EB6D-7B5E-FBA2-A88C0B8B73A3}"/>
          </ac:spMkLst>
        </pc:spChg>
        <pc:picChg chg="del">
          <ac:chgData name="Ricardo Fernandes" userId="cf37fd8b0d3c9e95" providerId="LiveId" clId="{A4F44D94-3E07-43B7-B685-2636B760A42E}" dt="2025-09-28T11:27:29.118" v="9260" actId="478"/>
          <ac:picMkLst>
            <pc:docMk/>
            <pc:sldMk cId="1819624067" sldId="361"/>
            <ac:picMk id="8" creationId="{EFBD036E-FA15-3CB8-3B57-0C4EA33ABEF9}"/>
          </ac:picMkLst>
        </pc:picChg>
      </pc:sldChg>
      <pc:sldChg chg="addSp delSp modSp add mod">
        <pc:chgData name="Ricardo Fernandes" userId="cf37fd8b0d3c9e95" providerId="LiveId" clId="{A4F44D94-3E07-43B7-B685-2636B760A42E}" dt="2025-09-28T11:39:18.458" v="10027" actId="14100"/>
        <pc:sldMkLst>
          <pc:docMk/>
          <pc:sldMk cId="1780144862" sldId="362"/>
        </pc:sldMkLst>
        <pc:spChg chg="mod">
          <ac:chgData name="Ricardo Fernandes" userId="cf37fd8b0d3c9e95" providerId="LiveId" clId="{A4F44D94-3E07-43B7-B685-2636B760A42E}" dt="2025-09-28T11:31:32.847" v="9987" actId="6549"/>
          <ac:spMkLst>
            <pc:docMk/>
            <pc:sldMk cId="1780144862" sldId="362"/>
            <ac:spMk id="19" creationId="{9CD88A61-51D9-18FF-9C7B-C17A6DCDCF20}"/>
          </ac:spMkLst>
        </pc:spChg>
        <pc:spChg chg="mod">
          <ac:chgData name="Ricardo Fernandes" userId="cf37fd8b0d3c9e95" providerId="LiveId" clId="{A4F44D94-3E07-43B7-B685-2636B760A42E}" dt="2025-09-28T11:31:30.045" v="9985" actId="20577"/>
          <ac:spMkLst>
            <pc:docMk/>
            <pc:sldMk cId="1780144862" sldId="362"/>
            <ac:spMk id="9229" creationId="{5788BAE1-523B-A08D-E9EC-A7EF0191A2A2}"/>
          </ac:spMkLst>
        </pc:spChg>
        <pc:picChg chg="add del mod">
          <ac:chgData name="Ricardo Fernandes" userId="cf37fd8b0d3c9e95" providerId="LiveId" clId="{A4F44D94-3E07-43B7-B685-2636B760A42E}" dt="2025-09-28T11:38:30.212" v="10014" actId="478"/>
          <ac:picMkLst>
            <pc:docMk/>
            <pc:sldMk cId="1780144862" sldId="362"/>
            <ac:picMk id="6" creationId="{E0798259-C73D-E70B-F721-ECD0EF209719}"/>
          </ac:picMkLst>
        </pc:picChg>
        <pc:picChg chg="del">
          <ac:chgData name="Ricardo Fernandes" userId="cf37fd8b0d3c9e95" providerId="LiveId" clId="{A4F44D94-3E07-43B7-B685-2636B760A42E}" dt="2025-09-28T11:31:31.240" v="9986" actId="478"/>
          <ac:picMkLst>
            <pc:docMk/>
            <pc:sldMk cId="1780144862" sldId="362"/>
            <ac:picMk id="8" creationId="{1622C4CE-57CA-64E9-7D20-A3B1676A66A9}"/>
          </ac:picMkLst>
        </pc:picChg>
        <pc:picChg chg="add mod">
          <ac:chgData name="Ricardo Fernandes" userId="cf37fd8b0d3c9e95" providerId="LiveId" clId="{A4F44D94-3E07-43B7-B685-2636B760A42E}" dt="2025-09-28T11:39:18.458" v="10027" actId="14100"/>
          <ac:picMkLst>
            <pc:docMk/>
            <pc:sldMk cId="1780144862" sldId="362"/>
            <ac:picMk id="11" creationId="{3DCA3100-5477-5FAD-9594-D0DF8D6178F3}"/>
          </ac:picMkLst>
        </pc:picChg>
        <pc:picChg chg="add mod">
          <ac:chgData name="Ricardo Fernandes" userId="cf37fd8b0d3c9e95" providerId="LiveId" clId="{A4F44D94-3E07-43B7-B685-2636B760A42E}" dt="2025-09-28T11:39:11.279" v="10024" actId="1076"/>
          <ac:picMkLst>
            <pc:docMk/>
            <pc:sldMk cId="1780144862" sldId="362"/>
            <ac:picMk id="14" creationId="{7A6B59E7-C956-0287-3C78-15CBA2F56F2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28/09/2025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28/09/2025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D545E-D36A-4832-938A-2ECADA69E4C6}" type="slidenum">
              <a:rPr lang="pt-PT" smtClean="0"/>
              <a:pPr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403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248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46910-9972-E291-6574-B2D081555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0985636-82AA-3163-2B60-356F653E29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B0583E8-0418-1D33-247D-6E4DAB91C2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F05105C-9C71-6B3B-47D4-055C9061D9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067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63CA-C6F5-E7AA-A72B-D88A812DD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400C87B1-9245-6CDB-8496-91FA515A39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95F2565-7C44-B927-44A6-15CDEB20E2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23A97CD-D5FB-B290-C591-9339EFF974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154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ADFAA-32EA-4071-4823-7963826A9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DFBE327-4D30-038E-5D4F-15E8005357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9241E84-9390-8BEC-75CB-332AF3C1C8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6018DBC-999D-3AE2-CB65-0FDC47D1F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78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305AA-EABC-3B31-C016-AF2ED6807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48A4EDD-3D7A-F691-6AA3-AAD7B97D24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D08B359-7852-A7F9-5954-C743D53B84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66F8673-85D2-64BB-8364-1A383F1E66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139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2797F-E974-8686-39F8-C4B18119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53D8F21-3FE8-CCB2-E735-89AD82179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7DF159F-6764-57E2-2671-302C936287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1C421E8-93BA-3978-740A-57201429A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096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21C9A-BF0F-1052-6EC5-885B8E06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AF120C9-D942-3424-F155-68E2940FC4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9F2F5D3-FB6D-C383-51C9-A1E4E77175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06047E-E65C-0D81-BC39-AB0F5E85CA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868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67316-892C-74E5-9022-5872AD30C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A06BB4B-43B0-38C9-DD0E-1405447C73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287B1E9-5F8C-AE21-4778-B050D90A51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19C09F5-BA47-C308-2112-23C2A6159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970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292A7-2F02-7A71-276F-75703555A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04A4BAC-6580-CDAD-7D26-1E1C434D18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71A90BE-8174-5928-133C-53ED0B6F17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8BF49A3-C9AE-F7E9-9308-C98019E46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519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3DE9F-9F44-2769-D307-148C508E4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4E563E3-1CF8-1793-E2A7-2526BBD081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A664510-1084-393E-2490-FB3523D7AA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D194E84-A9F5-D450-2F08-3BC33A5579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53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1A850-383D-CCB7-3D2A-06E31E319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19CFF5E-2B16-8161-78AF-FAFEF0D348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B317A5E-D147-994C-5909-371008BAB7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1D84458-4667-F6A8-84E5-5C7DF9167F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984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8DA85-72AC-BA82-35F8-A385208E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4CD6-C183-D58C-0621-0F2C95578D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23EE646-FAB0-742D-ADD2-C382A8BD14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2925F20-F5F6-956D-AF59-AE647E331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474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22B1C-68B6-BA00-8539-CE0BEBF20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60C3E0F-9BED-D041-23FE-E4D8FA8FBA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624C7BC-B3FD-BBE9-E1D6-AF47795FA4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C7B5326-43DF-F5D5-7D86-B5DD77C77A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617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8E5B7-21AB-B28F-1749-5BF4C1671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2CC32FB-0871-1776-81B3-6AC05919B1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6BA358E-8BFE-F93A-36CE-45FD658BC3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ACD4A62-532B-B4F4-8AF9-99A4A2E6FF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70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176BC-6766-40A0-1F30-92152BAC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25B1249-4357-5E6D-D8D2-D087C3E91D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E1F6F31-0FB5-441C-6BAF-C17E95D403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97F4CED-3430-72BD-25DD-D4D1552637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200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27C42-4B44-6225-5EDC-26E371959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AF31BB6-669E-43D4-8B42-9DD1E1EA46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3D65452-6AD3-9DB6-FB68-901B1905FA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355D47F-9F12-CEDF-7075-A20C304F7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53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FAE2D-4678-639A-6B48-F6DA4504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997D88F-9BF9-DCDB-C5C3-A1C683DA49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9AA712D-BF2F-B2F6-FA43-29CE664C54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130399C-D483-9ED7-D9F4-AB1A300C96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3119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B2347-5AC2-08F7-B358-22B66357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D96A925-9CDE-3BC2-18B4-08629C66B3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9DE4FA8-D995-2EE7-42EA-B41846CB69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7E18C6E-3704-35C4-BFD1-469F6792D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705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F920-F587-D81D-3E3A-0726F74F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4721843-1971-3A66-4162-49FFF314EC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B30BD99-4AFD-29B1-A598-202046F1D7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2B7E8D6-4D16-7689-1936-B21E0F969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126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1B95D-1533-668E-563D-D4B238ED6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0810433-1EC9-AB44-51E5-B1D951BA53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8B12608-EC2E-2D4D-EDE5-F5CE6875D4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6860810-A60F-5A18-F5C9-46C72B791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7508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9CC2A-9D26-5B19-2693-166F6C94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49BA035-8A7F-84FE-067D-BDB72BE3D6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37D637F-7E7B-8772-F084-E5ECF34FFF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2C2577A-3816-D294-7DBC-DC84DD8F7B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1467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6C251-26C4-25F7-CC5E-9F1B04E3A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056317F-2F47-69F6-2EF2-3DDC8B620B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E3F6B9-FFB0-C772-2FC5-8F82EFCC82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7AAF170-CEE4-03DF-679A-EE9FB5AC27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175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BBC9-AE19-BE56-48C2-B597C6B94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2D4AD2B-05D5-E3C5-C307-3A621B6AD5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029E8FF-9330-D5A3-162A-7F83CAAF04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4530A1E-D015-483A-5383-20CFB169A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4846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 dirty="0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93111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9/28/2025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416"/>
            <a:ext cx="10007600" cy="701941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405971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</a:t>
            </a:r>
            <a:r>
              <a:rPr lang="pt-PT" sz="25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4110735"/>
            <a:ext cx="5143500" cy="404742"/>
          </a:xfrm>
        </p:spPr>
        <p:txBody>
          <a:bodyPr>
            <a:normAutofit fontScale="77500" lnSpcReduction="20000"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Extração com </a:t>
            </a:r>
            <a:r>
              <a:rPr lang="pt-PT" b="1" dirty="0" err="1">
                <a:solidFill>
                  <a:schemeClr val="bg1"/>
                </a:solidFill>
              </a:rPr>
              <a:t>UI.Vision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40474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dirty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31394 – Filipe Fernandes f.ricardo.fernandes@ipvc.pt</a:t>
            </a:r>
          </a:p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32427 – Hélder Silva helder.silva@ipvc.pt</a:t>
            </a: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9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Orientadores: </a:t>
            </a:r>
          </a:p>
          <a:p>
            <a:pPr algn="l"/>
            <a:r>
              <a:rPr lang="pt-PT" sz="49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Jorge Ribeiro , Jackson Barreto</a:t>
            </a: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838200" y="1273976"/>
            <a:ext cx="926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 / </a:t>
            </a:r>
            <a:r>
              <a:rPr lang="pt-PT" sz="1800" b="1" u="sng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Degree</a:t>
            </a:r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Informatics</a:t>
            </a:r>
            <a:r>
              <a:rPr lang="pt-PT" sz="1800" b="1" cap="all" dirty="0">
                <a:solidFill>
                  <a:srgbClr val="FFFF00"/>
                </a:solidFill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engineering</a:t>
            </a:r>
            <a:endParaRPr lang="pt-PT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1200" y="3267584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Trabalho Prático N.º 1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Índice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1. 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Objetivos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2. 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Código Base</a:t>
            </a:r>
            <a:endParaRPr lang="pt-PT" sz="18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3. </a:t>
            </a: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Macro 1 – Colocados IPVC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4. Macro 1 – Resultado 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5. Macro 2 – Colocados a nível nacional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6. Macro 2 – Resultado 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7. Conclusão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8.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Bibliografia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Referências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Web </a:t>
            </a:r>
          </a:p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Objetivos 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C81234EF-9547-362F-1578-3693075CA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Extrair dados das colocações no IPVC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Extrair dados das colocações a nível nacional por instituição e curso</a:t>
            </a: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1421472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9F47-015E-B9FB-7958-CE8F3F17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AE48389-9583-3953-750F-6E2684BF1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488ABCD-99F3-C733-6325-17FDFD922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E0A2E85-DFDB-4FE9-6D59-E47323CB3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Código Base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D95E15E-501A-996B-08BC-570DD97F85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E3EFC5DE-EC99-3AB9-68D7-56FF7B1E9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8439A3D-7E9F-E1FE-3637-4CBA2AED4C2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Para extrair a informação foi utilizado como base o ficheiro JSON disponibilizado e adaptado para extrair a informação sobre os colocados na Universidade de Aveiro.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906D177-C08C-8633-7AA8-75ECAB79C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548AA50-B342-A988-8F67-74346A965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84A11BB-0E6E-64D3-DF5D-B62C5B4B42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32FDABA-EC74-C165-B1D2-B494D777CA2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FA67A0-D50B-3157-AA3C-D3383F8AB54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4250D095-61E1-821D-6829-F05662189B3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89220F-974F-881B-27FF-F9FCA208D8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017" y="2632788"/>
            <a:ext cx="6549318" cy="302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4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9FFA-52A6-0ECD-1238-8DA07DC5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4050357-E69B-3E7F-34AA-9B809CEE6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0CC6DAD-8B97-9176-BCB7-1553A7E3D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06B70E7-9C47-8E5B-AC3F-181742129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1 – Colocados IPVC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F72D35E-5583-2210-0E2D-D3AEAEED3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F3A5C25-7B42-F231-6673-6574228DE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610BE33-0456-6204-C193-F76B16E83008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lnSpc>
                <a:spcPct val="20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O macro começa por abrir o link definido, portal da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dges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, e selecionar a hiperligação “ Ensino Superior Público Politécnico. No macro base era selecionado “Ensino Superior Público Universitário”.</a:t>
            </a: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CE4BE4-00B5-AB68-CA69-82EA98260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A444F22-D4BE-2616-92D6-03958EABB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2ECA20-F946-A529-AC6B-EFD5883BC9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7CCE1127-5079-068A-E664-BED55D826FC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B1E2496-9774-6205-308E-F9B176E1E1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EC650584-DF5C-DE23-AEEC-5AD8B8F13A0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EE66B6A-223B-23A3-90E7-2B2CE3617D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1157635"/>
            <a:ext cx="6703887" cy="304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53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E3AE-20E4-5393-A3C7-DE3774D4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1365800-2B80-4C56-9501-B530C83F9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E252BDF-E1C6-1C8D-69BC-6E87F2812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1441FC3A-32ED-5E65-8C15-432DDB7D0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1 – Colocados IPVC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7532228-9085-83BC-8BD8-9F8E3BD993E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CDF8BACA-E3CE-CB67-600B-55C4FC7EB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7027F387-4636-A717-8FEE-9F0CF2999CB2}"/>
              </a:ext>
            </a:extLst>
          </p:cNvPr>
          <p:cNvSpPr txBox="1">
            <a:spLocks/>
          </p:cNvSpPr>
          <p:nvPr/>
        </p:nvSpPr>
        <p:spPr>
          <a:xfrm>
            <a:off x="493521" y="1229942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É criada uma variável para o índice da instituição com valor 61, índice em que aparece o primeiro polo do IPVC e define um ciclo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while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que irá executar até ao índice definido, o ultimo com um polo do IPVC.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2E16999-BFF2-DBD7-2308-1D293BD3C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5048B5A-0B47-57EC-DE33-C5324B293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AA653D5-CB6A-0F77-787F-5A606DB3E9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D9CA6F4-2EC9-AB07-A057-CA76A7AD2A2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5A9C97-B3C5-5B1C-E468-5281E984DE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7BB74BBE-765B-D58C-16A2-ABD2C993AA8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DE42E1D-F9CE-C3A0-0653-3B84C1C2FA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064" y="1549054"/>
            <a:ext cx="7840169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78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0E9F1-580F-8E4F-5F0F-C5794681D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7E25E40-547D-A30D-DC73-A4FBB40D9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72F0952-0C5D-0EC3-27E3-75F117F71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5FE530F-C5C9-869C-B49F-396041396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1 – Colocados IPVC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25F0FA4-75EB-FC89-CD64-3ACD16C65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E3CD1543-56D5-F64F-3B99-3B3995DA8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6061FFF-3771-A095-1E5C-01C3AD5B28AE}"/>
              </a:ext>
            </a:extLst>
          </p:cNvPr>
          <p:cNvSpPr txBox="1">
            <a:spLocks/>
          </p:cNvSpPr>
          <p:nvPr/>
        </p:nvSpPr>
        <p:spPr>
          <a:xfrm>
            <a:off x="493521" y="1229942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O nome da instituição é armazenado na variável ‘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instituionName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’ e de seguida selecionada essa instituição no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dropdown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apresentado.O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nome da instituição é guardado no ficheiro “AulonsColocadosIPVC.csv”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E023663-E82D-7237-30B1-6E3981B18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CF89519-AFD6-FF7D-8900-5C48FFA0A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DAC7ACB-A39E-C5AD-7F9D-27CC35E355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62035DA3-F088-2AE0-37D9-F7E0C087BAC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921CEC-9359-367B-7C8C-F1F8260AFD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0B98DA6-D95D-1EE4-2B2F-B90AD3A020AA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ACDF3B-E179-CF24-EA41-57E001FC89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823" y="1147462"/>
            <a:ext cx="6320390" cy="333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8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B3A0-442C-6AD2-FA87-A3F4ED785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76DBAC99-B2C3-13A9-C4F9-54A6D6CD6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FC7804B-4428-45D9-1495-A7464B7C7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5CD9B4A-1E58-4734-E735-37F024EEC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1 – Colocados IPVC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7E0C47B-A6CB-6E7C-0175-77C23BA37E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6785C252-11B4-958D-BFAF-9A2EC741D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12D4F1E-64B8-0F2E-B0BC-8C6C563B2B03}"/>
              </a:ext>
            </a:extLst>
          </p:cNvPr>
          <p:cNvSpPr txBox="1">
            <a:spLocks/>
          </p:cNvSpPr>
          <p:nvPr/>
        </p:nvSpPr>
        <p:spPr>
          <a:xfrm>
            <a:off x="493521" y="1229942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O nome da instituição é armazenado na variável ‘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instituionName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’ e de seguida selecionada essa instituição no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dropdown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apresentado.O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nome da instituição é guardado no ficheiro “AulonsColocadosIPVC.csv”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7218FD5-48E9-3147-994A-70F4D7B81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C7DEA29-85ED-862F-693A-754EDEF22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0AD3FD7-9A5D-454A-88FA-73D784CE1AA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D89519E-8C83-C780-1CB1-969064D84E72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2B0427D-DCB2-9D52-9326-A424CB8C2F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7E613887-3F1B-E0D7-31D9-763BD8AFE57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ABC92F1-81D8-E8FC-1934-BB8E7D8498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823" y="1147462"/>
            <a:ext cx="6320390" cy="333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99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6A409-CEF3-FB5A-4EC5-6E2BB5F19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5B2D7BF-B391-230B-7C74-F77B764B6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950533A-C6ED-A56B-968E-874664791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7276E30C-3A4D-A0D7-74CB-8E5E2D542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1 – Colocados IPVC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DD689D3-516D-6B90-4173-F844C50A8C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775A3053-7DC1-A84D-F33E-C319AB7E1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5786BF1-3232-6F77-5AFE-C5AD9D2D7D0A}"/>
              </a:ext>
            </a:extLst>
          </p:cNvPr>
          <p:cNvSpPr txBox="1">
            <a:spLocks/>
          </p:cNvSpPr>
          <p:nvPr/>
        </p:nvSpPr>
        <p:spPr>
          <a:xfrm>
            <a:off x="493521" y="1229941"/>
            <a:ext cx="8229600" cy="5151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É selecionado o botão procurar e extraído o nome do curso e armazenado no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csv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635B530-50DF-554A-9889-C3521221E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DC4AC06-002E-6BC2-3B9D-B635604D6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96FC726-B0ED-1BF9-A553-9CF5146ADA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32E24C9B-E264-D386-97C0-B1D65BE29BC2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DCDFAB-6BCB-9A92-FDDC-CCFF54EFA28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09A88DC6-C919-B876-E1E8-EA60B5DF155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5F99B96-64CB-910C-BB32-1DF25051EA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675" y="1157635"/>
            <a:ext cx="7489896" cy="364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3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50A46-E2B7-901D-E7B3-0EC479F31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2371754-4718-8DB3-0A90-4DE7C9773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B758BFA7-3F22-A3DA-C508-E62DBA8B4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CDBF3135-71EC-2382-8808-32EF4F570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1 – Colocados IPVC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91FD59F5-9124-5F1F-FBFC-7326FE54D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5886BA3F-F74B-054D-2348-B8875735E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0799ABB1-9C5B-1352-323D-FA6D7FAC083D}"/>
              </a:ext>
            </a:extLst>
          </p:cNvPr>
          <p:cNvSpPr txBox="1">
            <a:spLocks/>
          </p:cNvSpPr>
          <p:nvPr/>
        </p:nvSpPr>
        <p:spPr>
          <a:xfrm>
            <a:off x="493521" y="1229941"/>
            <a:ext cx="8229600" cy="51514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É extraída a restante informação das tabelas, cabeçalho com “nº identificação” e “Nome” e a informação sobre os alunos colocados e armazenada a informação no ficheiro.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E679758-7072-95CE-F1DC-AB48AFE67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16E752D-CCBB-F0B9-2633-3CE6AFB26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59BDB0D-516B-709E-AE90-F8104E1DB3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A230159-7E08-4258-B0D2-ADB6322FB3C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FFA90C-60F2-B4B7-B7B9-8E07371A66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0EA97EA-BC9A-BC5D-05B5-A77E9C28A40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8A92380-8EE0-13C3-F50A-34E006FE31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3601" y="1212438"/>
            <a:ext cx="5896798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214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E91E5-2E00-6E55-22C4-C255C8B9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9A0151F5-F89C-3326-39DB-7F9F000A0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FCDD081-B41A-400A-5FED-1EB4CD7A3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C344B46B-94CB-DABE-E5A8-02D34519D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1 – Colocados IPVC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54D6390-62AE-E6C2-896D-EBF75B219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19117471-64F6-903F-40B0-9C55ADCD8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51A821C3-6744-2834-BD37-C664536EC8EF}"/>
              </a:ext>
            </a:extLst>
          </p:cNvPr>
          <p:cNvSpPr txBox="1">
            <a:spLocks/>
          </p:cNvSpPr>
          <p:nvPr/>
        </p:nvSpPr>
        <p:spPr>
          <a:xfrm>
            <a:off x="493521" y="1229941"/>
            <a:ext cx="8229600" cy="5151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Retorna para a página dos curos, incrementa a variável. Neste excerto o comando “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end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” representa o ciclo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while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dos cursos.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76C6E6-79AF-5F24-E578-464CB3CA6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99DFE08-F823-B827-7F16-8B80E6D32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D29FF40-69B6-FADD-6467-EC35FB2534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CCACB96-12EA-E64D-D5D9-E2AFC11C494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35602A-68D3-7082-194D-1BFA18DCC17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095A4B2-98C4-A57A-8ED3-E3EE441E289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14BFC92-BACB-7ECB-03B6-12EE67F9E7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6388" y="1106092"/>
            <a:ext cx="5763429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827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6DA8-8617-7654-0AC0-7C408328B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255055A-2F32-D547-E22D-ADCDD0EAE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3F88CBE-48C3-5BA8-4062-2EF4E3077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0616202-01EC-2928-2E46-23AE238C0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1 – Colocados IPVC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CBBBC37-097B-D95E-21F3-ED965AA0A6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B57D1952-A37E-3E7D-8B40-76F1D099C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63A6A0A-3879-EFD5-7F57-05C5B2B24457}"/>
              </a:ext>
            </a:extLst>
          </p:cNvPr>
          <p:cNvSpPr txBox="1">
            <a:spLocks/>
          </p:cNvSpPr>
          <p:nvPr/>
        </p:nvSpPr>
        <p:spPr>
          <a:xfrm>
            <a:off x="493521" y="1229941"/>
            <a:ext cx="8229600" cy="51514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Estando fora do ciclo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while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que itera sobre os cursos, a macro retorna para a seleção da instituição e incrementa a variável que define o índice atual.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0A7AAFF-6241-C434-A48E-AA8DD682A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0E93DD6-95F9-BFC6-28A7-4C1F2B0D5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E5F5699-C6C4-AE9D-9F4D-4C72A5A179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2892D63-A960-294F-1147-7F539D215CDA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202114E-9A89-F15E-E482-C636561554A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FB45E92-BD07-5096-1DAE-2D255153FEC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D48DA89-CAA8-97B9-88F8-E7C62FF4DA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099" y="1123021"/>
            <a:ext cx="4012372" cy="344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55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9B1EB-D59A-5E5B-2749-43E60B422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95AAB06-8470-5934-6D5A-840BC6CA1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098AE97-2AB5-073C-69C7-328C42BDE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8E02536-A6AB-7D20-CC41-9ABF0C16E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1 – Resultado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053AF76-BC1B-CE25-61EB-DD18A1FD7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22148187-79DE-9476-0A3E-83AD576E8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AC8256D-3889-C78F-D84B-6A0DEE368C86}"/>
              </a:ext>
            </a:extLst>
          </p:cNvPr>
          <p:cNvSpPr txBox="1">
            <a:spLocks/>
          </p:cNvSpPr>
          <p:nvPr/>
        </p:nvSpPr>
        <p:spPr>
          <a:xfrm>
            <a:off x="493521" y="1229941"/>
            <a:ext cx="8229600" cy="5151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BCD1140-200A-B094-2851-086DBF86E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802993D-EAA3-0B41-5F5C-91E7D9D6B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314A5BC-0454-F180-4804-B5BE88E20F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A67143C-7F50-FCA8-60AC-2E02059A3F66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C6A293-B3BB-345F-5A9A-D888462D549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0B2F15A-1782-D541-DA02-EF603875E51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AE972BB-3707-C3F7-CDE5-82F62D6D75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825" y="1178666"/>
            <a:ext cx="4363493" cy="4510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F18448C-66B0-CD42-D0CD-6936CFA721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1170723"/>
            <a:ext cx="3733799" cy="455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66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4D2B8-B5EB-3909-5121-50FEAE96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EAFDE75-7447-F8B8-3279-D23ED180F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F52C1A5E-DAC0-737C-7051-A033C51A4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8DFC0DB-5A80-F2F1-8EA4-AA386EDE4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2 – Colocados a nível nacional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1A4C089-BD14-D3C9-2A2A-BBA28B6CF6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AC6A2DBD-438B-8BAE-7844-48D8B4F65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7111EC1B-20F8-BBDB-A604-2157AE734FD9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1700" dirty="0">
                <a:latin typeface="Arial" pitchFamily="34" charset="0"/>
                <a:cs typeface="Arial" pitchFamily="34" charset="0"/>
              </a:rPr>
              <a:t>Similar ao primeiro macro, o primeiro passo é carregar a ágina da </a:t>
            </a:r>
            <a:r>
              <a:rPr lang="pt-PT" sz="1700" dirty="0" err="1">
                <a:latin typeface="Arial" pitchFamily="34" charset="0"/>
                <a:cs typeface="Arial" pitchFamily="34" charset="0"/>
              </a:rPr>
              <a:t>dges</a:t>
            </a:r>
            <a:r>
              <a:rPr lang="pt-PT" sz="1700" dirty="0">
                <a:latin typeface="Arial" pitchFamily="34" charset="0"/>
                <a:cs typeface="Arial" pitchFamily="34" charset="0"/>
              </a:rPr>
              <a:t>. Neste caso como vão ser extraídos todos os alunos tanto de Politécnicos como Universidades é criada a variável para controlar em que tipo de instituições se encontra.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AE16EC3-57A1-3AE6-3D1E-9A2226398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37515B3-8D20-3030-D545-25B0A6B39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9EA85EB-EDA4-D71C-591D-58B26DD3EF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F0CE93D-39F8-B426-1529-3A9A1571D2E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4EE023-2149-63A2-7AC3-CC84634B58A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E0D0FD1F-F6E8-D87A-286A-077E7F3EBDE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3EB27A3-3A38-1176-2FE9-BAB2B0C728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200" y="1062217"/>
            <a:ext cx="4044713" cy="356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195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D7316-F231-505C-9780-0CB02F24D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9853BA06-B548-E955-0D62-0DD689780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C3BC18C1-98D5-FDF2-B3DB-92655D9AD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5A7FCEE-D892-7BB9-90A6-8E5C8BBA4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2 – Colocados a nível nacional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0F9497E-FC66-6828-79CC-2ADBBE96E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EC105761-1EAD-E5D4-26BF-FE09E6038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81655BE-4921-98F5-485C-2F6646F5709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 err="1">
                <a:latin typeface="Arial" pitchFamily="34" charset="0"/>
                <a:cs typeface="Arial" pitchFamily="34" charset="0"/>
              </a:rPr>
              <a:t>If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statement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para controlar o fluxo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F5CD355-4273-4F2A-02A0-E72ED4C9B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CCACDC-2E93-0919-4E50-B6086B932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5E3A523-0EB7-1753-1671-E655E70B9A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306F453-6DAA-AB94-47C8-A8159829652C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CBA4D4-40E5-F7E9-47F0-619145FCE0B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1443576-1137-DBC9-6BA1-9713C9CEA7E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8093AA4-A1C3-9410-841F-452746BE73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170723"/>
            <a:ext cx="7391400" cy="467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03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8FB73-B419-E233-61BD-8C5EB4E0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CE2A0DF-139E-1910-FEE9-F6884E945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B554C9A6-032A-B2EA-E0B6-21715EFCC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EC7FA4E-0DE3-2D67-E1A4-C752F8FF8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2 – Colocados a nível nacional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FAF3C40-18E0-4F26-4B57-66CD91AF6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DE7A6259-5F65-4FEC-6A90-D8DAB71C6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267B704-ECE7-A5ED-539A-F8243B470E3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Neste segundo macro não existem valores hard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coded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como no primeiro em que os índices eram definidos manualmente. Neste exemplo através do comando ‘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storeXpathCount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’ são contabilizados todas as instituições apresentadas e guardadas na variável “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instituionIndex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”.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C7FF806-B349-13E0-C2E9-7A02E0F90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2273148-4567-1F25-54A2-A414F5BF6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13F399B-B041-2AE4-18B9-DAD7B4860F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3173F8DB-C27B-668D-9EDF-97DF7B04122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8CC881-259B-21EF-0D70-D8550E3EEC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BDE5CE7-3081-AC1E-3162-7D93CB7280D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E094AB9-2E42-F94A-13AE-09E20407FD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705" y="1063643"/>
            <a:ext cx="6682295" cy="288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99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2E7AF-C535-0664-DC62-E49AEFCE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8A68613-1F52-3AE5-8DB5-B0DC3CE56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E6376A3-240E-F756-A710-C9E3134E6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9515C0E6-962E-6461-9DA7-A55AE2482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2 – Colocados a nível nacional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AD9C10F-D31D-5912-0F32-4B98E0CEE5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E68EEBD7-75C9-09BD-ED17-3CB595980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21BBC00-30AD-C081-C18B-245D12096F94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2000" dirty="0">
                <a:latin typeface="Arial" pitchFamily="34" charset="0"/>
                <a:cs typeface="Arial" pitchFamily="34" charset="0"/>
              </a:rPr>
              <a:t>O restante fluxo é similar ao primeiro exemplo. O nome da instituição é guardada numa variável, a instituição é selecionada no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dropdown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 e o nome guardado no </a:t>
            </a:r>
            <a:r>
              <a:rPr lang="pt-PT" sz="2000" dirty="0" err="1">
                <a:latin typeface="Arial" pitchFamily="34" charset="0"/>
                <a:cs typeface="Arial" pitchFamily="34" charset="0"/>
              </a:rPr>
              <a:t>csv</a:t>
            </a:r>
            <a:r>
              <a:rPr lang="pt-PT" sz="2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FEE9E6B-88F2-BF69-7F43-D079AA322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650706C-919B-0B1B-2A23-77EC4D934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5BD273B-DFE2-0574-6FF9-F4B9642174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812A148-9CA0-AF9F-F067-FECD8337A15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9AFCBD4-351A-BB2B-1DFB-E4E33F94420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90C4732-43A4-E273-2A50-FEF53551243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CCCCA15-9114-8BE9-948B-4F8AA7B6A5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426" y="1055715"/>
            <a:ext cx="6533799" cy="344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395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A9D9E-959D-C0D2-1E92-F47CD26B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1D75BB88-BC04-83F9-439D-20B8BD6E6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589B611-BBF5-0D93-AFB2-6FFC8C46A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028F06-BA70-82FE-6E99-27D2C4282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2 – Colocados a nível nacional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F823B82-50A2-E055-F5B2-1BC174862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1FCE5E77-758B-00CE-EAC1-8144CAC4A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1185416-2AD4-339F-33EF-1584E1F1545E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dirty="0">
                <a:latin typeface="Arial" pitchFamily="34" charset="0"/>
                <a:cs typeface="Arial" pitchFamily="34" charset="0"/>
              </a:rPr>
              <a:t>São contabilizados o total de cursos da instituição atual e inicializada a variável ‘i’ a 0.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0993F3E-AB4A-EF7C-A91B-DD28FCA60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6B67A64-A18D-9B21-2ED5-5A86E4C6C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D010095-7C78-0D3A-0A55-8C2CB74E24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384E800-0A9F-FD1C-9E1A-B556A56DAB4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6BDE9D-D21F-7BF3-D0E1-FE8CAEDC8E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45A1BDAC-F6B8-FE37-0023-568342EC300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BA271AE-D676-0BC4-1A60-E377F6ACAC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1098765"/>
            <a:ext cx="6601459" cy="393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88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02C6E-6E58-A5E6-BAD1-6B8B4968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8FBF535-9339-89E4-5E02-0A465EA13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6F0823F-F644-911E-70C0-4C264740A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133BF07-D0D2-3B2F-67F4-34DDBA2FC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2 – Colocados a nível nacional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127F095-080B-6FFC-A082-CDD255CC01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BAB97E39-163F-CF64-E586-D720DD20D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706DE57-5261-4A7B-C774-2E0C8C6D6850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dirty="0">
                <a:latin typeface="Arial" pitchFamily="34" charset="0"/>
                <a:cs typeface="Arial" pitchFamily="34" charset="0"/>
              </a:rPr>
              <a:t>É iniciado o </a:t>
            </a:r>
            <a:r>
              <a:rPr lang="pt-PT" dirty="0" err="1">
                <a:latin typeface="Arial" pitchFamily="34" charset="0"/>
                <a:cs typeface="Arial" pitchFamily="34" charset="0"/>
              </a:rPr>
              <a:t>loop</a:t>
            </a:r>
            <a:r>
              <a:rPr lang="pt-PT" dirty="0">
                <a:latin typeface="Arial" pitchFamily="34" charset="0"/>
                <a:cs typeface="Arial" pitchFamily="34" charset="0"/>
              </a:rPr>
              <a:t> que vai iterar até percorrer todos os cursos. Armazena o nome do curso e faz a pesquisa para apresentar os colocados.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DE939EC-EE1D-23BE-20CD-33AC8BE78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BEF08C6-EDDA-429D-DEC9-616D7D050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3F23F06-F998-B423-AF67-28D20E2D75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B1BDE01-4F76-AAF9-423E-F9CE8309240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7E9E59-4538-23FC-85A8-A879F7196F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3DD4A4E6-C969-DEFD-69BE-4B4C105F8D9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066D34D-F194-807C-2054-930570EFF6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064" y="1256201"/>
            <a:ext cx="6404138" cy="388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422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7F9E2-2C76-3BFC-43B4-F052F5BCA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49AE80D-0E3C-60CB-5858-919E0CC33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52E6EB3-67A3-D00F-3EE4-8CFF84603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60A0BC6-41AA-C956-3FE8-95884779F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2 – Colocados a nível nacional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9C1F87B-3625-A130-22B6-348C81F09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35BC47A3-2D78-36D9-9954-734CB7BE4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B8FFCA7-FF6F-EA68-6C5F-0B875E97D5A4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dirty="0">
                <a:latin typeface="Arial" pitchFamily="34" charset="0"/>
                <a:cs typeface="Arial" pitchFamily="34" charset="0"/>
              </a:rPr>
              <a:t>A informação extraída é armazenada no ficheiro “AlunosColocados.csv”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F82C6EB-95C9-75BA-F4CD-BA1209D44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AC36187-CC08-9ED6-151F-058C90FCE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4F5AFFC-C836-2EA3-19B3-E6808689BA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1BE43222-5A6E-0398-7471-C5D685465F3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1416C1-28F0-B34A-3804-4AEE292247C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9822997-66D5-E01E-76C3-994FC7DEEEA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D9DD379-AD75-DA4C-947E-F0C20821B9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5973" y="1107017"/>
            <a:ext cx="4675438" cy="385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2240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8E462-BAD5-09B8-84BF-6D059D74B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96C476E-E9A7-D2DC-10BD-99D29BA78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E7E2CF2-DF2C-0362-49B2-6C1644648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8687B86-A9C4-D3DB-10B4-E85CFB26C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2 – Colocados a nível nacional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8F33B25-E614-1A9C-06CE-CDE98246DD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49AF728D-169D-A19B-089A-03C483DD3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8E8F3E4-011F-4789-312D-CA6ED0F7B992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dirty="0">
                <a:latin typeface="Arial" pitchFamily="34" charset="0"/>
                <a:cs typeface="Arial" pitchFamily="34" charset="0"/>
              </a:rPr>
              <a:t>Retorna para a página que apresenta os cursos e incrementa o contador. O comando “</a:t>
            </a:r>
            <a:r>
              <a:rPr lang="pt-PT" dirty="0" err="1">
                <a:latin typeface="Arial" pitchFamily="34" charset="0"/>
                <a:cs typeface="Arial" pitchFamily="34" charset="0"/>
              </a:rPr>
              <a:t>end</a:t>
            </a:r>
            <a:r>
              <a:rPr lang="pt-PT" dirty="0">
                <a:latin typeface="Arial" pitchFamily="34" charset="0"/>
                <a:cs typeface="Arial" pitchFamily="34" charset="0"/>
              </a:rPr>
              <a:t>” representa o fim do ciclo que itera sobre os cursos.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1295545-BEAF-AAFD-9459-E5E0AA3A7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8B8F46A-4E3C-BE7E-43F7-CE5A150AF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DE42930-3CC0-52F1-1CB6-D788DBCA4F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D1BA9F1B-DAD2-9DDA-837D-7965FF49627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D566FE-B9EB-3AAD-DE46-609B45F8A7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440A483-64E2-2BD7-7B94-B51D53F86CF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3635C94-DA44-B65E-4B68-4D7A122411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4601" y="1880971"/>
            <a:ext cx="5534797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60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2CD73-2DFD-DE5D-3AD8-893387470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1BEF7CF-9577-B239-6B61-293D61958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8F35DA2-C13E-46E0-E56F-5BC5F8A90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ED83D4A3-62FE-73C8-FA5D-1591AB40A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2 – Colocados a nível nacional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83320F8-ACA9-9DA1-0A73-0325A754E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DE29EAC9-36ED-4C28-630D-BD4100BE6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92F1711-4172-E7D3-A25F-CDFD4019473B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marR="0" lvl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pt-PT" dirty="0"/>
          </a:p>
          <a:p>
            <a:pPr marL="342900" marR="0" lvl="0" indent="-34290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dirty="0">
                <a:latin typeface="Arial" pitchFamily="34" charset="0"/>
                <a:cs typeface="Arial" pitchFamily="34" charset="0"/>
              </a:rPr>
              <a:t>Após iterar sobre todos os cursos, retorna para a página que lista as instituições e incrementa o contador continuando o </a:t>
            </a:r>
            <a:r>
              <a:rPr lang="pt-PT" dirty="0" err="1">
                <a:latin typeface="Arial" pitchFamily="34" charset="0"/>
                <a:cs typeface="Arial" pitchFamily="34" charset="0"/>
              </a:rPr>
              <a:t>loop</a:t>
            </a:r>
            <a:r>
              <a:rPr lang="pt-PT" dirty="0">
                <a:latin typeface="Arial" pitchFamily="34" charset="0"/>
                <a:cs typeface="Arial" pitchFamily="34" charset="0"/>
              </a:rPr>
              <a:t> até percorrer todas as instituições apresentadas.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AD34708-522F-0F9A-DA1C-E61854817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F629035-BE19-2C6A-B200-549F9653A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898101E-B95F-3671-4448-79DCF73798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72E61F2E-3668-04D1-1D82-BC94AB6AEDC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185720-CF3B-C729-CF8E-10AED24F6E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A2F4D94E-B11D-9A81-84E8-9AA13899AB8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93B659-AB8C-5436-8DAE-DD8111620F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1282694"/>
            <a:ext cx="4582164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83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70D35-4DA5-9D84-7AD1-24E1F2CA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FA4FBDF-2C19-3132-2129-BB009C8F2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F105F2B4-1AF4-60DC-AA1F-1C60F9193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71BBB91-A5B2-5ADF-D99B-1C36D5E3C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2 – Colocados a nível nacional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DB7CC8C-8DEE-D564-12CD-6F156009C8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C3C4C7A8-B7A5-5BF2-5141-2EB6FBB39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50CA96CB-9F07-43A4-2328-BE5902DAFA4B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R="0" lvl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pt-PT" dirty="0"/>
          </a:p>
          <a:p>
            <a:pPr marL="342900" marR="0" lvl="0" indent="-34290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dirty="0">
                <a:latin typeface="Arial" pitchFamily="34" charset="0"/>
                <a:cs typeface="Arial" pitchFamily="34" charset="0"/>
              </a:rPr>
              <a:t>Por fim percorrendo todas as instituições volta à pagina inicial e incrementa a variável que representa o tipo de instituição. Caso seja a primeira iteração o valor passa a ‘1’ e entra no “Ensino Superior Público Politécnico”. No caso de incrementar o valor para ‘2’ termina o </a:t>
            </a:r>
            <a:r>
              <a:rPr lang="pt-PT" dirty="0" err="1">
                <a:latin typeface="Arial" pitchFamily="34" charset="0"/>
                <a:cs typeface="Arial" pitchFamily="34" charset="0"/>
              </a:rPr>
              <a:t>loop</a:t>
            </a:r>
            <a:r>
              <a:rPr lang="pt-PT" dirty="0">
                <a:latin typeface="Arial" pitchFamily="34" charset="0"/>
                <a:cs typeface="Arial" pitchFamily="34" charset="0"/>
              </a:rPr>
              <a:t> e finaliza a macro.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33B40FC-08A2-493B-A2E7-332876255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B099BC1-D11A-ACEE-3355-CE17819CB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AB9EEEA-061C-CDAA-1436-E909AC785E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A1B5076E-683D-2592-A527-B7797ED6C4E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75A89B0-801E-71B8-4F80-A3C0A8990A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EFE35C21-EF99-11B1-75D5-FBE8666186A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A59B98C-B7C6-710E-2304-770495521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0800" y="1115193"/>
            <a:ext cx="3605252" cy="295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11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F428B-66D1-89CB-E105-B65C48C1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8ED32681-5FB0-88BA-B740-304A907F7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BDE9AB03-27FD-94D9-3332-EFE5687B0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788BAE1-523B-A08D-E9EC-A7EF0191A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Macro 2 – Resultado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C5A608B-20F8-ABAF-2B16-909345375A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915F72D0-26F9-A47A-F9B5-FED885642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CD88A61-51D9-18FF-9C7B-C17A6DCDCF20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R="0" lvl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CEC475-4242-3166-AC87-0BB43181D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B6CEEA7-864D-6468-7B3A-CFF1AAEAB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AA71C4E-4F95-EEDE-96F1-BB9FA3477E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AB80F54-0376-79D6-3B6D-030DE80F1E0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6DDEC28-98E8-7280-8AFC-44E88F5088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FF85A3C-3C7E-E786-B3A0-F321F32B657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DCA3100-5477-5FAD-9594-D0DF8D6178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992" y="1096389"/>
            <a:ext cx="4114550" cy="517320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A6B59E7-C956-0287-3C78-15CBA2F56F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5308" y="1109455"/>
            <a:ext cx="4506791" cy="514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44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8A8F-CB6B-C301-4096-CF2AD289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E589B77-15B3-679F-0094-539EE7524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BB67FB4-67F6-456E-7EC4-2DB4CD997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44589BA2-EB6D-7B5E-FBA2-A88C0B8B7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Conclusão</a:t>
            </a: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C93A08C-2218-F316-B82A-CFA2D4907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47C9E0E7-CD07-5804-E9E1-E2BB07ED7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E861C3E-299E-C30C-5BD0-F5C0A0B9979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5199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dirty="0">
                <a:latin typeface="Arial" pitchFamily="34" charset="0"/>
                <a:cs typeface="Arial" pitchFamily="34" charset="0"/>
              </a:rPr>
              <a:t>Apesar da extensão </a:t>
            </a:r>
            <a:r>
              <a:rPr lang="pt-PT" dirty="0" err="1">
                <a:latin typeface="Arial" pitchFamily="34" charset="0"/>
                <a:cs typeface="Arial" pitchFamily="34" charset="0"/>
              </a:rPr>
              <a:t>UI.Vision</a:t>
            </a:r>
            <a:r>
              <a:rPr lang="pt-PT" dirty="0">
                <a:latin typeface="Arial" pitchFamily="34" charset="0"/>
                <a:cs typeface="Arial" pitchFamily="34" charset="0"/>
              </a:rPr>
              <a:t> ser bastante prática com uma interface gráfica funcional que permite aos utilizadores selecionarem diretamente os elementos sem necessidade de utilizar </a:t>
            </a:r>
            <a:r>
              <a:rPr lang="pt-PT" dirty="0" err="1">
                <a:latin typeface="Arial" pitchFamily="34" charset="0"/>
                <a:cs typeface="Arial" pitchFamily="34" charset="0"/>
              </a:rPr>
              <a:t>sintax</a:t>
            </a:r>
            <a:r>
              <a:rPr lang="pt-PT" dirty="0">
                <a:latin typeface="Arial" pitchFamily="34" charset="0"/>
                <a:cs typeface="Arial" pitchFamily="34" charset="0"/>
              </a:rPr>
              <a:t> em formato JSON o facto de ser necessário carregar todas as páginas faz com que em situações como é o caso da página da </a:t>
            </a:r>
            <a:r>
              <a:rPr lang="pt-PT" dirty="0" err="1">
                <a:latin typeface="Arial" pitchFamily="34" charset="0"/>
                <a:cs typeface="Arial" pitchFamily="34" charset="0"/>
              </a:rPr>
              <a:t>dges</a:t>
            </a:r>
            <a:r>
              <a:rPr lang="pt-PT" dirty="0">
                <a:latin typeface="Arial" pitchFamily="34" charset="0"/>
                <a:cs typeface="Arial" pitchFamily="34" charset="0"/>
              </a:rPr>
              <a:t> em que a informação se encontra em diversas páginas com múltiplas ligações entre elas, torne o processo muito demorado. O macro numero 2 acabou por rodar por mais de 1 hora apesar do grau de complexidade ser baixo devido ao tempo de carregar páginas.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87737A-D58B-F517-66FB-6D333B6F7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040CDEF-33B0-BA11-4DC2-0A4AFEDC6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9BFCFC9-AE58-ECFF-3C94-C2EE86CDBE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4BD99A35-7835-3406-0C3F-6F0DEECEFB0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C4FFEA-9E7E-244E-A671-C5C438D402D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3F026091-A5DA-9C0F-B9C9-4B6AA9423BD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</p:spTree>
    <p:extLst>
      <p:ext uri="{BB962C8B-B14F-4D97-AF65-F5344CB8AC3E}">
        <p14:creationId xmlns:p14="http://schemas.microsoft.com/office/powerpoint/2010/main" val="1819624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8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.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Bibliografia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e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Referências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Web </a:t>
            </a: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52400" y="1066800"/>
            <a:ext cx="88392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60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en-US" sz="1600" dirty="0" err="1">
                <a:cs typeface="Arial" panose="020B0604020202020204" pitchFamily="34" charset="0"/>
              </a:rPr>
              <a:t>UI.Vision</a:t>
            </a:r>
            <a:r>
              <a:rPr lang="en-US" sz="1600" dirty="0">
                <a:cs typeface="Arial" panose="020B0604020202020204" pitchFamily="34" charset="0"/>
              </a:rPr>
              <a:t> : </a:t>
            </a:r>
            <a:r>
              <a:rPr lang="pt-PT" sz="1600" dirty="0">
                <a:latin typeface="Arial" pitchFamily="34" charset="0"/>
                <a:cs typeface="Arial" pitchFamily="34" charset="0"/>
              </a:rPr>
              <a:t>https://ui.vision/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27" name="Rectângulo 19">
            <a:extLst>
              <a:ext uri="{FF2B5EF4-FFF2-40B4-BE49-F238E27FC236}">
                <a16:creationId xmlns:a16="http://schemas.microsoft.com/office/drawing/2014/main" id="{8C1A7A11-171A-4B51-AF54-818C7D826E6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26</a:t>
            </a:fld>
            <a:r>
              <a:rPr lang="pt-PT" sz="100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00332AC9-73DA-F066-EC2F-BD34532F90F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>
                <a:latin typeface="Arial" charset="0"/>
                <a:ea typeface="Arial" charset="0"/>
                <a:cs typeface="Arial" charset="0"/>
              </a:rPr>
              <a:t>Trabalho Prático 1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951004CF-EB19-4862-CF83-09DC3B61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1" y="44450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1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– Extração com </a:t>
            </a:r>
            <a:r>
              <a:rPr lang="pt-PT" sz="12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UI.Vision</a:t>
            </a:r>
            <a:endParaRPr lang="pt-PT" sz="12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949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4669</TotalTime>
  <Words>2280</Words>
  <Application>Microsoft Office PowerPoint</Application>
  <PresentationFormat>Apresentação no Ecrã (4:3)</PresentationFormat>
  <Paragraphs>327</Paragraphs>
  <Slides>27</Slides>
  <Notes>26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27</vt:i4>
      </vt:variant>
    </vt:vector>
  </HeadingPairs>
  <TitlesOfParts>
    <vt:vector size="30" baseType="lpstr">
      <vt:lpstr>Arial</vt:lpstr>
      <vt:lpstr>Calibri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Ricardo Fernandes</cp:lastModifiedBy>
  <cp:revision>229</cp:revision>
  <cp:lastPrinted>2020-09-27T18:04:57Z</cp:lastPrinted>
  <dcterms:created xsi:type="dcterms:W3CDTF">2011-05-31T09:21:51Z</dcterms:created>
  <dcterms:modified xsi:type="dcterms:W3CDTF">2025-09-28T11:39:22Z</dcterms:modified>
</cp:coreProperties>
</file>