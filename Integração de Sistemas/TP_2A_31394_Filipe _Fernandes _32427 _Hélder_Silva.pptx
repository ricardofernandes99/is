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handoutMasterIdLst>
    <p:handoutMasterId r:id="rId51"/>
  </p:handoutMasterIdLst>
  <p:sldIdLst>
    <p:sldId id="309" r:id="rId2"/>
    <p:sldId id="258" r:id="rId3"/>
    <p:sldId id="352" r:id="rId4"/>
    <p:sldId id="353" r:id="rId5"/>
    <p:sldId id="363" r:id="rId6"/>
    <p:sldId id="364" r:id="rId7"/>
    <p:sldId id="365" r:id="rId8"/>
    <p:sldId id="366" r:id="rId9"/>
    <p:sldId id="367" r:id="rId10"/>
    <p:sldId id="368" r:id="rId11"/>
    <p:sldId id="369" r:id="rId12"/>
    <p:sldId id="370" r:id="rId13"/>
    <p:sldId id="371" r:id="rId14"/>
    <p:sldId id="372" r:id="rId15"/>
    <p:sldId id="373" r:id="rId16"/>
    <p:sldId id="374" r:id="rId17"/>
    <p:sldId id="375" r:id="rId18"/>
    <p:sldId id="376" r:id="rId19"/>
    <p:sldId id="377" r:id="rId20"/>
    <p:sldId id="378" r:id="rId21"/>
    <p:sldId id="379" r:id="rId22"/>
    <p:sldId id="380" r:id="rId23"/>
    <p:sldId id="381" r:id="rId24"/>
    <p:sldId id="382" r:id="rId25"/>
    <p:sldId id="383" r:id="rId26"/>
    <p:sldId id="385" r:id="rId27"/>
    <p:sldId id="384" r:id="rId28"/>
    <p:sldId id="386" r:id="rId29"/>
    <p:sldId id="387" r:id="rId30"/>
    <p:sldId id="388" r:id="rId31"/>
    <p:sldId id="389" r:id="rId32"/>
    <p:sldId id="390" r:id="rId33"/>
    <p:sldId id="391" r:id="rId34"/>
    <p:sldId id="392" r:id="rId35"/>
    <p:sldId id="393" r:id="rId36"/>
    <p:sldId id="394" r:id="rId37"/>
    <p:sldId id="395" r:id="rId38"/>
    <p:sldId id="396" r:id="rId39"/>
    <p:sldId id="397" r:id="rId40"/>
    <p:sldId id="398" r:id="rId41"/>
    <p:sldId id="399" r:id="rId42"/>
    <p:sldId id="400" r:id="rId43"/>
    <p:sldId id="401" r:id="rId44"/>
    <p:sldId id="402" r:id="rId45"/>
    <p:sldId id="403" r:id="rId46"/>
    <p:sldId id="362" r:id="rId47"/>
    <p:sldId id="351" r:id="rId48"/>
    <p:sldId id="260" r:id="rId49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DCECAA-E3D1-4B9B-9697-3D694CF2971C}" v="60" dt="2025-10-22T10:42:37.6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72"/>
    <p:restoredTop sz="89660" autoAdjust="0"/>
  </p:normalViewPr>
  <p:slideViewPr>
    <p:cSldViewPr>
      <p:cViewPr varScale="1">
        <p:scale>
          <a:sx n="99" d="100"/>
          <a:sy n="99" d="100"/>
        </p:scale>
        <p:origin x="1794" y="84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Fernandes" userId="cf37fd8b0d3c9e95" providerId="LiveId" clId="{A4F44D94-3E07-43B7-B685-2636B760A42E}"/>
    <pc:docChg chg="undo custSel addSld delSld modSld sldOrd">
      <pc:chgData name="Ricardo Fernandes" userId="cf37fd8b0d3c9e95" providerId="LiveId" clId="{A4F44D94-3E07-43B7-B685-2636B760A42E}" dt="2025-10-22T10:47:40.359" v="20811" actId="20577"/>
      <pc:docMkLst>
        <pc:docMk/>
      </pc:docMkLst>
      <pc:sldChg chg="addSp delSp modSp mod">
        <pc:chgData name="Ricardo Fernandes" userId="cf37fd8b0d3c9e95" providerId="LiveId" clId="{A4F44D94-3E07-43B7-B685-2636B760A42E}" dt="2025-10-22T10:39:45.560" v="20302" actId="20577"/>
        <pc:sldMkLst>
          <pc:docMk/>
          <pc:sldMk cId="0" sldId="258"/>
        </pc:sldMkLst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0" sldId="258"/>
            <ac:spMk id="2" creationId="{50369DE4-0D6E-7A10-AF37-333F300DD770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0" sldId="258"/>
            <ac:spMk id="3" creationId="{850208AF-C5A5-C009-177D-8C27BB5DCC8B}"/>
          </ac:spMkLst>
        </pc:spChg>
        <pc:spChg chg="del mod">
          <ac:chgData name="Ricardo Fernandes" userId="cf37fd8b0d3c9e95" providerId="LiveId" clId="{A4F44D94-3E07-43B7-B685-2636B760A42E}" dt="2025-10-21T14:54:08.580" v="8346" actId="478"/>
          <ac:spMkLst>
            <pc:docMk/>
            <pc:sldMk cId="0" sldId="258"/>
            <ac:spMk id="4" creationId="{B421312E-9868-114E-A3C9-FCFB733482D4}"/>
          </ac:spMkLst>
        </pc:spChg>
        <pc:spChg chg="add mod">
          <ac:chgData name="Ricardo Fernandes" userId="cf37fd8b0d3c9e95" providerId="LiveId" clId="{A4F44D94-3E07-43B7-B685-2636B760A42E}" dt="2025-10-21T14:54:08.776" v="8347"/>
          <ac:spMkLst>
            <pc:docMk/>
            <pc:sldMk cId="0" sldId="258"/>
            <ac:spMk id="6" creationId="{28F64316-D9D4-EF46-CBC6-24A1928ADA61}"/>
          </ac:spMkLst>
        </pc:spChg>
        <pc:spChg chg="mod">
          <ac:chgData name="Ricardo Fernandes" userId="cf37fd8b0d3c9e95" providerId="LiveId" clId="{A4F44D94-3E07-43B7-B685-2636B760A42E}" dt="2025-10-22T10:39:45.560" v="20302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0" sldId="258"/>
            <ac:spMk id="9229" creationId="{00000000-0000-0000-0000-000000000000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0" sldId="258"/>
            <ac:spMk id="10243" creationId="{00000000-0000-0000-0000-000000000000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0" sldId="258"/>
            <ac:spMk id="10244" creationId="{00000000-0000-0000-0000-000000000000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0" sldId="258"/>
            <ac:spMk id="10247" creationId="{00000000-0000-0000-0000-000000000000}"/>
          </ac:spMkLst>
        </pc:spChg>
      </pc:sldChg>
      <pc:sldChg chg="modSp mod">
        <pc:chgData name="Ricardo Fernandes" userId="cf37fd8b0d3c9e95" providerId="LiveId" clId="{A4F44D94-3E07-43B7-B685-2636B760A42E}" dt="2025-10-21T14:29:30.982" v="7561" actId="790"/>
        <pc:sldMkLst>
          <pc:docMk/>
          <pc:sldMk cId="947259978" sldId="260"/>
        </pc:sldMkLst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947259978" sldId="260"/>
            <ac:spMk id="3" creationId="{00000000-0000-0000-0000-000000000000}"/>
          </ac:spMkLst>
        </pc:spChg>
      </pc:sldChg>
      <pc:sldChg chg="modSp mod">
        <pc:chgData name="Ricardo Fernandes" userId="cf37fd8b0d3c9e95" providerId="LiveId" clId="{A4F44D94-3E07-43B7-B685-2636B760A42E}" dt="2025-10-22T10:47:18.680" v="20807" actId="20577"/>
        <pc:sldMkLst>
          <pc:docMk/>
          <pc:sldMk cId="962301567" sldId="309"/>
        </pc:sldMkLst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962301567" sldId="309"/>
            <ac:spMk id="2" creationId="{00000000-0000-0000-0000-000000000000}"/>
          </ac:spMkLst>
        </pc:spChg>
        <pc:spChg chg="mod">
          <ac:chgData name="Ricardo Fernandes" userId="cf37fd8b0d3c9e95" providerId="LiveId" clId="{A4F44D94-3E07-43B7-B685-2636B760A42E}" dt="2025-10-22T10:47:18.680" v="20807" actId="20577"/>
          <ac:spMkLst>
            <pc:docMk/>
            <pc:sldMk cId="962301567" sldId="309"/>
            <ac:spMk id="3" creationId="{00000000-0000-0000-0000-000000000000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962301567" sldId="309"/>
            <ac:spMk id="6" creationId="{00000000-0000-0000-0000-000000000000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962301567" sldId="309"/>
            <ac:spMk id="8" creationId="{6D890E14-880C-4963-9EA0-EE9200F689F8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962301567" sldId="309"/>
            <ac:spMk id="9" creationId="{802F2A86-A50E-0283-3B8A-EB9B059E210D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962301567" sldId="309"/>
            <ac:spMk id="10" creationId="{CDB7617E-BD9F-40A8-BCFA-781CEC4CEE46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962301567" sldId="309"/>
            <ac:spMk id="12" creationId="{3331B8A6-B954-F04D-0378-7F3DD744E30A}"/>
          </ac:spMkLst>
        </pc:spChg>
      </pc:sldChg>
      <pc:sldChg chg="addSp delSp modSp mod ord">
        <pc:chgData name="Ricardo Fernandes" userId="cf37fd8b0d3c9e95" providerId="LiveId" clId="{A4F44D94-3E07-43B7-B685-2636B760A42E}" dt="2025-10-22T10:47:40.359" v="20811" actId="20577"/>
        <pc:sldMkLst>
          <pc:docMk/>
          <pc:sldMk cId="4218271523" sldId="351"/>
        </pc:sldMkLst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4218271523" sldId="351"/>
            <ac:spMk id="2" creationId="{1204D73C-759C-3E01-1E9B-19D68FC71E2A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4218271523" sldId="351"/>
            <ac:spMk id="3" creationId="{66F8E842-06BB-5B20-ECE1-C729A90ED05D}"/>
          </ac:spMkLst>
        </pc:spChg>
        <pc:spChg chg="mod">
          <ac:chgData name="Ricardo Fernandes" userId="cf37fd8b0d3c9e95" providerId="LiveId" clId="{A4F44D94-3E07-43B7-B685-2636B760A42E}" dt="2025-10-21T14:43:49.934" v="7921" actId="20577"/>
          <ac:spMkLst>
            <pc:docMk/>
            <pc:sldMk cId="4218271523" sldId="351"/>
            <ac:spMk id="6" creationId="{00332AC9-73DA-F066-EC2F-BD34532F90F2}"/>
          </ac:spMkLst>
        </pc:spChg>
        <pc:spChg chg="add mod">
          <ac:chgData name="Ricardo Fernandes" userId="cf37fd8b0d3c9e95" providerId="LiveId" clId="{A4F44D94-3E07-43B7-B685-2636B760A42E}" dt="2025-10-21T14:54:03.194" v="8345"/>
          <ac:spMkLst>
            <pc:docMk/>
            <pc:sldMk cId="4218271523" sldId="351"/>
            <ac:spMk id="7" creationId="{6550FB51-88BA-6690-6EF2-13633C04AC1E}"/>
          </ac:spMkLst>
        </pc:spChg>
        <pc:spChg chg="del mod ord">
          <ac:chgData name="Ricardo Fernandes" userId="cf37fd8b0d3c9e95" providerId="LiveId" clId="{A4F44D94-3E07-43B7-B685-2636B760A42E}" dt="2025-10-21T14:54:02.851" v="8344" actId="478"/>
          <ac:spMkLst>
            <pc:docMk/>
            <pc:sldMk cId="4218271523" sldId="351"/>
            <ac:spMk id="8" creationId="{B180FD03-E4A8-7DA1-22A9-97D115762088}"/>
          </ac:spMkLst>
        </pc:spChg>
        <pc:spChg chg="mod">
          <ac:chgData name="Ricardo Fernandes" userId="cf37fd8b0d3c9e95" providerId="LiveId" clId="{A4F44D94-3E07-43B7-B685-2636B760A42E}" dt="2025-10-22T10:42:56.462" v="20410" actId="20577"/>
          <ac:spMkLst>
            <pc:docMk/>
            <pc:sldMk cId="4218271523" sldId="351"/>
            <ac:spMk id="18" creationId="{00000000-0000-0000-0000-000000000000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4218271523" sldId="351"/>
            <ac:spMk id="27" creationId="{8C1A7A11-171A-4B51-AF54-818C7D826E60}"/>
          </ac:spMkLst>
        </pc:spChg>
        <pc:spChg chg="mod">
          <ac:chgData name="Ricardo Fernandes" userId="cf37fd8b0d3c9e95" providerId="LiveId" clId="{A4F44D94-3E07-43B7-B685-2636B760A42E}" dt="2025-10-22T10:47:40.359" v="20811" actId="20577"/>
          <ac:spMkLst>
            <pc:docMk/>
            <pc:sldMk cId="4218271523" sldId="351"/>
            <ac:spMk id="9229" creationId="{00000000-0000-0000-0000-000000000000}"/>
          </ac:spMkLst>
        </pc:spChg>
        <pc:spChg chg="del mod">
          <ac:chgData name="Ricardo Fernandes" userId="cf37fd8b0d3c9e95" providerId="LiveId" clId="{A4F44D94-3E07-43B7-B685-2636B760A42E}" dt="2025-10-21T14:53:59.163" v="8341" actId="478"/>
          <ac:spMkLst>
            <pc:docMk/>
            <pc:sldMk cId="4218271523" sldId="351"/>
            <ac:spMk id="9237" creationId="{00000000-0000-0000-0000-000000000000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4218271523" sldId="351"/>
            <ac:spMk id="10247" creationId="{00000000-0000-0000-0000-000000000000}"/>
          </ac:spMkLst>
        </pc:spChg>
      </pc:sldChg>
      <pc:sldChg chg="addSp delSp modSp mod">
        <pc:chgData name="Ricardo Fernandes" userId="cf37fd8b0d3c9e95" providerId="LiveId" clId="{A4F44D94-3E07-43B7-B685-2636B760A42E}" dt="2025-10-22T10:37:49.314" v="20129" actId="20577"/>
        <pc:sldMkLst>
          <pc:docMk/>
          <pc:sldMk cId="3715964316" sldId="352"/>
        </pc:sldMkLst>
        <pc:spChg chg="mod">
          <ac:chgData name="Ricardo Fernandes" userId="cf37fd8b0d3c9e95" providerId="LiveId" clId="{A4F44D94-3E07-43B7-B685-2636B760A42E}" dt="2025-10-21T14:43:41.069" v="7916" actId="20577"/>
          <ac:spMkLst>
            <pc:docMk/>
            <pc:sldMk cId="3715964316" sldId="352"/>
            <ac:spMk id="2" creationId="{FB6F85C6-1C87-5EB1-6E9E-76A47584EC1B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715964316" sldId="352"/>
            <ac:spMk id="3" creationId="{24D3C41C-CA47-34B3-2EE8-9BE44DD9CA57}"/>
          </ac:spMkLst>
        </pc:spChg>
        <pc:spChg chg="add del mod">
          <ac:chgData name="Ricardo Fernandes" userId="cf37fd8b0d3c9e95" providerId="LiveId" clId="{A4F44D94-3E07-43B7-B685-2636B760A42E}" dt="2025-10-22T10:37:23.464" v="20080" actId="478"/>
          <ac:spMkLst>
            <pc:docMk/>
            <pc:sldMk cId="3715964316" sldId="352"/>
            <ac:spMk id="4" creationId="{C2986245-D1DC-345D-1A56-66564AA3447D}"/>
          </ac:spMkLst>
        </pc:spChg>
        <pc:spChg chg="add mod">
          <ac:chgData name="Ricardo Fernandes" userId="cf37fd8b0d3c9e95" providerId="LiveId" clId="{A4F44D94-3E07-43B7-B685-2636B760A42E}" dt="2025-10-22T10:37:26.057" v="20081"/>
          <ac:spMkLst>
            <pc:docMk/>
            <pc:sldMk cId="3715964316" sldId="352"/>
            <ac:spMk id="6" creationId="{170A3C16-AC98-CF5E-9AA4-11314FDA8A2D}"/>
          </ac:spMkLst>
        </pc:spChg>
        <pc:spChg chg="del mod">
          <ac:chgData name="Ricardo Fernandes" userId="cf37fd8b0d3c9e95" providerId="LiveId" clId="{A4F44D94-3E07-43B7-B685-2636B760A42E}" dt="2025-10-21T14:54:11.624" v="8348" actId="478"/>
          <ac:spMkLst>
            <pc:docMk/>
            <pc:sldMk cId="3715964316" sldId="352"/>
            <ac:spMk id="8" creationId="{B3D532F3-C7EB-8A90-0943-622B12518715}"/>
          </ac:spMkLst>
        </pc:spChg>
        <pc:spChg chg="mod">
          <ac:chgData name="Ricardo Fernandes" userId="cf37fd8b0d3c9e95" providerId="LiveId" clId="{A4F44D94-3E07-43B7-B685-2636B760A42E}" dt="2025-10-22T10:37:49.314" v="20129" actId="20577"/>
          <ac:spMkLst>
            <pc:docMk/>
            <pc:sldMk cId="3715964316" sldId="352"/>
            <ac:spMk id="19" creationId="{3072EFB9-A7BA-FD67-E0B9-92326811007F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715964316" sldId="352"/>
            <ac:spMk id="9229" creationId="{BC99A672-75CB-3480-3D0B-751C42A12185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715964316" sldId="352"/>
            <ac:spMk id="10243" creationId="{61645A60-6826-6830-9EAE-63CBB67DEB8A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715964316" sldId="352"/>
            <ac:spMk id="10244" creationId="{24F6C4EF-641D-E89D-BEEE-A62F4D43B214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715964316" sldId="352"/>
            <ac:spMk id="10247" creationId="{02D48B45-8225-0750-E41C-7AFC2F95BAA7}"/>
          </ac:spMkLst>
        </pc:spChg>
      </pc:sldChg>
      <pc:sldChg chg="addSp delSp modSp mod">
        <pc:chgData name="Ricardo Fernandes" userId="cf37fd8b0d3c9e95" providerId="LiveId" clId="{A4F44D94-3E07-43B7-B685-2636B760A42E}" dt="2025-10-21T14:43:36.142" v="7915" actId="20577"/>
        <pc:sldMkLst>
          <pc:docMk/>
          <pc:sldMk cId="3578190116" sldId="353"/>
        </pc:sldMkLst>
        <pc:spChg chg="mod">
          <ac:chgData name="Ricardo Fernandes" userId="cf37fd8b0d3c9e95" providerId="LiveId" clId="{A4F44D94-3E07-43B7-B685-2636B760A42E}" dt="2025-10-21T14:43:36.142" v="7915" actId="20577"/>
          <ac:spMkLst>
            <pc:docMk/>
            <pc:sldMk cId="3578190116" sldId="353"/>
            <ac:spMk id="2" creationId="{FB6F85C6-1C87-5EB1-6E9E-76A47584EC1B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578190116" sldId="353"/>
            <ac:spMk id="3" creationId="{24D3C41C-CA47-34B3-2EE8-9BE44DD9CA57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578190116" sldId="353"/>
            <ac:spMk id="4" creationId="{E3F11117-4829-A658-2D33-DF5357469244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578190116" sldId="353"/>
            <ac:spMk id="8" creationId="{B3D532F3-C7EB-8A90-0943-622B12518715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578190116" sldId="353"/>
            <ac:spMk id="19" creationId="{3072EFB9-A7BA-FD67-E0B9-92326811007F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578190116" sldId="353"/>
            <ac:spMk id="9229" creationId="{BC99A672-75CB-3480-3D0B-751C42A12185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578190116" sldId="353"/>
            <ac:spMk id="10243" creationId="{61645A60-6826-6830-9EAE-63CBB67DEB8A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578190116" sldId="353"/>
            <ac:spMk id="10244" creationId="{24F6C4EF-641D-E89D-BEEE-A62F4D43B214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578190116" sldId="353"/>
            <ac:spMk id="10247" creationId="{02D48B45-8225-0750-E41C-7AFC2F95BAA7}"/>
          </ac:spMkLst>
        </pc:spChg>
        <pc:picChg chg="add del mod">
          <ac:chgData name="Ricardo Fernandes" userId="cf37fd8b0d3c9e95" providerId="LiveId" clId="{A4F44D94-3E07-43B7-B685-2636B760A42E}" dt="2025-10-21T14:13:29.383" v="7039" actId="478"/>
          <ac:picMkLst>
            <pc:docMk/>
            <pc:sldMk cId="3578190116" sldId="353"/>
            <ac:picMk id="10" creationId="{1F117118-6D52-C112-5992-5A6324D4137F}"/>
          </ac:picMkLst>
        </pc:picChg>
        <pc:picChg chg="add mod">
          <ac:chgData name="Ricardo Fernandes" userId="cf37fd8b0d3c9e95" providerId="LiveId" clId="{A4F44D94-3E07-43B7-B685-2636B760A42E}" dt="2025-10-21T14:17:37.439" v="7168" actId="1076"/>
          <ac:picMkLst>
            <pc:docMk/>
            <pc:sldMk cId="3578190116" sldId="353"/>
            <ac:picMk id="11" creationId="{2A075379-5497-A1BE-204A-F983CC055852}"/>
          </ac:picMkLst>
        </pc:picChg>
      </pc:sldChg>
      <pc:sldChg chg="del">
        <pc:chgData name="Ricardo Fernandes" userId="cf37fd8b0d3c9e95" providerId="LiveId" clId="{A4F44D94-3E07-43B7-B685-2636B760A42E}" dt="2025-10-12T13:52:19.702" v="6180" actId="47"/>
        <pc:sldMkLst>
          <pc:docMk/>
          <pc:sldMk cId="3464593278" sldId="354"/>
        </pc:sldMkLst>
      </pc:sldChg>
      <pc:sldChg chg="del">
        <pc:chgData name="Ricardo Fernandes" userId="cf37fd8b0d3c9e95" providerId="LiveId" clId="{A4F44D94-3E07-43B7-B685-2636B760A42E}" dt="2025-10-12T13:52:22.717" v="6181" actId="47"/>
        <pc:sldMkLst>
          <pc:docMk/>
          <pc:sldMk cId="2834069607" sldId="355"/>
        </pc:sldMkLst>
      </pc:sldChg>
      <pc:sldChg chg="del">
        <pc:chgData name="Ricardo Fernandes" userId="cf37fd8b0d3c9e95" providerId="LiveId" clId="{A4F44D94-3E07-43B7-B685-2636B760A42E}" dt="2025-10-12T13:52:22.717" v="6181" actId="47"/>
        <pc:sldMkLst>
          <pc:docMk/>
          <pc:sldMk cId="696323133" sldId="356"/>
        </pc:sldMkLst>
      </pc:sldChg>
      <pc:sldChg chg="del">
        <pc:chgData name="Ricardo Fernandes" userId="cf37fd8b0d3c9e95" providerId="LiveId" clId="{A4F44D94-3E07-43B7-B685-2636B760A42E}" dt="2025-10-12T13:52:22.717" v="6181" actId="47"/>
        <pc:sldMkLst>
          <pc:docMk/>
          <pc:sldMk cId="2383868685" sldId="357"/>
        </pc:sldMkLst>
      </pc:sldChg>
      <pc:sldChg chg="del">
        <pc:chgData name="Ricardo Fernandes" userId="cf37fd8b0d3c9e95" providerId="LiveId" clId="{A4F44D94-3E07-43B7-B685-2636B760A42E}" dt="2025-10-12T13:52:22.717" v="6181" actId="47"/>
        <pc:sldMkLst>
          <pc:docMk/>
          <pc:sldMk cId="1221070133" sldId="358"/>
        </pc:sldMkLst>
      </pc:sldChg>
      <pc:sldChg chg="del">
        <pc:chgData name="Ricardo Fernandes" userId="cf37fd8b0d3c9e95" providerId="LiveId" clId="{A4F44D94-3E07-43B7-B685-2636B760A42E}" dt="2025-10-12T13:52:22.717" v="6181" actId="47"/>
        <pc:sldMkLst>
          <pc:docMk/>
          <pc:sldMk cId="2825478499" sldId="359"/>
        </pc:sldMkLst>
      </pc:sldChg>
      <pc:sldChg chg="del">
        <pc:chgData name="Ricardo Fernandes" userId="cf37fd8b0d3c9e95" providerId="LiveId" clId="{A4F44D94-3E07-43B7-B685-2636B760A42E}" dt="2025-10-12T13:52:22.717" v="6181" actId="47"/>
        <pc:sldMkLst>
          <pc:docMk/>
          <pc:sldMk cId="855448420" sldId="360"/>
        </pc:sldMkLst>
      </pc:sldChg>
      <pc:sldChg chg="del">
        <pc:chgData name="Ricardo Fernandes" userId="cf37fd8b0d3c9e95" providerId="LiveId" clId="{A4F44D94-3E07-43B7-B685-2636B760A42E}" dt="2025-10-12T13:52:27.249" v="6182" actId="47"/>
        <pc:sldMkLst>
          <pc:docMk/>
          <pc:sldMk cId="2824255926" sldId="361"/>
        </pc:sldMkLst>
      </pc:sldChg>
      <pc:sldChg chg="addSp delSp modSp mod">
        <pc:chgData name="Ricardo Fernandes" userId="cf37fd8b0d3c9e95" providerId="LiveId" clId="{A4F44D94-3E07-43B7-B685-2636B760A42E}" dt="2025-10-22T10:47:05.089" v="20804" actId="20577"/>
        <pc:sldMkLst>
          <pc:docMk/>
          <pc:sldMk cId="3232606489" sldId="362"/>
        </pc:sldMkLst>
        <pc:spChg chg="mod">
          <ac:chgData name="Ricardo Fernandes" userId="cf37fd8b0d3c9e95" providerId="LiveId" clId="{A4F44D94-3E07-43B7-B685-2636B760A42E}" dt="2025-10-21T14:43:46.987" v="7920" actId="20577"/>
          <ac:spMkLst>
            <pc:docMk/>
            <pc:sldMk cId="3232606489" sldId="362"/>
            <ac:spMk id="2" creationId="{FB6F85C6-1C87-5EB1-6E9E-76A47584EC1B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232606489" sldId="362"/>
            <ac:spMk id="3" creationId="{24D3C41C-CA47-34B3-2EE8-9BE44DD9CA57}"/>
          </ac:spMkLst>
        </pc:spChg>
        <pc:spChg chg="add mod">
          <ac:chgData name="Ricardo Fernandes" userId="cf37fd8b0d3c9e95" providerId="LiveId" clId="{A4F44D94-3E07-43B7-B685-2636B760A42E}" dt="2025-10-21T14:53:55.746" v="8340"/>
          <ac:spMkLst>
            <pc:docMk/>
            <pc:sldMk cId="3232606489" sldId="362"/>
            <ac:spMk id="4" creationId="{30604BB2-4F70-6F3F-AC82-85B0A5407339}"/>
          </ac:spMkLst>
        </pc:spChg>
        <pc:spChg chg="del mod">
          <ac:chgData name="Ricardo Fernandes" userId="cf37fd8b0d3c9e95" providerId="LiveId" clId="{A4F44D94-3E07-43B7-B685-2636B760A42E}" dt="2025-10-21T14:53:55.421" v="8339" actId="478"/>
          <ac:spMkLst>
            <pc:docMk/>
            <pc:sldMk cId="3232606489" sldId="362"/>
            <ac:spMk id="8" creationId="{B3D532F3-C7EB-8A90-0943-622B12518715}"/>
          </ac:spMkLst>
        </pc:spChg>
        <pc:spChg chg="mod">
          <ac:chgData name="Ricardo Fernandes" userId="cf37fd8b0d3c9e95" providerId="LiveId" clId="{A4F44D94-3E07-43B7-B685-2636B760A42E}" dt="2025-10-22T10:47:05.089" v="20804" actId="20577"/>
          <ac:spMkLst>
            <pc:docMk/>
            <pc:sldMk cId="3232606489" sldId="362"/>
            <ac:spMk id="19" creationId="{3072EFB9-A7BA-FD67-E0B9-92326811007F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232606489" sldId="362"/>
            <ac:spMk id="9229" creationId="{BC99A672-75CB-3480-3D0B-751C42A12185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232606489" sldId="362"/>
            <ac:spMk id="10243" creationId="{61645A60-6826-6830-9EAE-63CBB67DEB8A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232606489" sldId="362"/>
            <ac:spMk id="10244" creationId="{24F6C4EF-641D-E89D-BEEE-A62F4D43B214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232606489" sldId="362"/>
            <ac:spMk id="10247" creationId="{02D48B45-8225-0750-E41C-7AFC2F95BAA7}"/>
          </ac:spMkLst>
        </pc:spChg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2621570080" sldId="363"/>
        </pc:sldMkLst>
      </pc:sldChg>
      <pc:sldChg chg="addSp delSp modSp add mod">
        <pc:chgData name="Ricardo Fernandes" userId="cf37fd8b0d3c9e95" providerId="LiveId" clId="{A4F44D94-3E07-43B7-B685-2636B760A42E}" dt="2025-10-21T14:43:33.849" v="7914" actId="20577"/>
        <pc:sldMkLst>
          <pc:docMk/>
          <pc:sldMk cId="3461885958" sldId="363"/>
        </pc:sldMkLst>
        <pc:spChg chg="mod">
          <ac:chgData name="Ricardo Fernandes" userId="cf37fd8b0d3c9e95" providerId="LiveId" clId="{A4F44D94-3E07-43B7-B685-2636B760A42E}" dt="2025-10-21T14:43:33.849" v="7914" actId="20577"/>
          <ac:spMkLst>
            <pc:docMk/>
            <pc:sldMk cId="3461885958" sldId="363"/>
            <ac:spMk id="2" creationId="{7424B0D3-595D-B442-21DE-3B37123D970C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461885958" sldId="363"/>
            <ac:spMk id="3" creationId="{7E9E9091-F246-C9E0-ACED-9AE3602455D3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461885958" sldId="363"/>
            <ac:spMk id="4" creationId="{F86F74BA-D4DF-F28E-5D5F-C2F80C902053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461885958" sldId="363"/>
            <ac:spMk id="8" creationId="{32BF3C73-D496-43D7-4F43-A61371360112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461885958" sldId="363"/>
            <ac:spMk id="19" creationId="{5D1E5B03-A7F0-DE24-7D23-449B51634532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461885958" sldId="363"/>
            <ac:spMk id="9229" creationId="{E2E31D78-A8DE-EC2F-D4A6-85F3559D3793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461885958" sldId="363"/>
            <ac:spMk id="10243" creationId="{CA4E4FB9-B67F-DFBE-BBCA-05B3DE9279EB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461885958" sldId="363"/>
            <ac:spMk id="10244" creationId="{EA433CA1-0389-2521-7904-109FB6B49963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461885958" sldId="363"/>
            <ac:spMk id="10247" creationId="{381671E6-7837-B933-CA72-988520137102}"/>
          </ac:spMkLst>
        </pc:spChg>
        <pc:picChg chg="add del">
          <ac:chgData name="Ricardo Fernandes" userId="cf37fd8b0d3c9e95" providerId="LiveId" clId="{A4F44D94-3E07-43B7-B685-2636B760A42E}" dt="2025-10-21T14:25:26.405" v="7339" actId="478"/>
          <ac:picMkLst>
            <pc:docMk/>
            <pc:sldMk cId="3461885958" sldId="363"/>
            <ac:picMk id="10" creationId="{DF8D050A-FFD1-EE0F-A7A9-3CBB46A7E37C}"/>
          </ac:picMkLst>
        </pc:picChg>
        <pc:picChg chg="del">
          <ac:chgData name="Ricardo Fernandes" userId="cf37fd8b0d3c9e95" providerId="LiveId" clId="{A4F44D94-3E07-43B7-B685-2636B760A42E}" dt="2025-10-21T14:19:30.999" v="7230" actId="478"/>
          <ac:picMkLst>
            <pc:docMk/>
            <pc:sldMk cId="3461885958" sldId="363"/>
            <ac:picMk id="11" creationId="{9A713DE9-FEA3-FAC1-9926-F8E71EA11FB1}"/>
          </ac:picMkLst>
        </pc:picChg>
        <pc:picChg chg="add mod">
          <ac:chgData name="Ricardo Fernandes" userId="cf37fd8b0d3c9e95" providerId="LiveId" clId="{A4F44D94-3E07-43B7-B685-2636B760A42E}" dt="2025-10-21T14:26:49.612" v="7481" actId="1076"/>
          <ac:picMkLst>
            <pc:docMk/>
            <pc:sldMk cId="3461885958" sldId="363"/>
            <ac:picMk id="14" creationId="{9388AE56-E37F-72D3-429A-4C46AB6640C6}"/>
          </ac:picMkLst>
        </pc:picChg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1415958359" sldId="364"/>
        </pc:sldMkLst>
      </pc:sldChg>
      <pc:sldChg chg="delSp modSp add mod">
        <pc:chgData name="Ricardo Fernandes" userId="cf37fd8b0d3c9e95" providerId="LiveId" clId="{A4F44D94-3E07-43B7-B685-2636B760A42E}" dt="2025-10-21T14:43:31.470" v="7913" actId="20577"/>
        <pc:sldMkLst>
          <pc:docMk/>
          <pc:sldMk cId="3378396556" sldId="364"/>
        </pc:sldMkLst>
        <pc:spChg chg="mod">
          <ac:chgData name="Ricardo Fernandes" userId="cf37fd8b0d3c9e95" providerId="LiveId" clId="{A4F44D94-3E07-43B7-B685-2636B760A42E}" dt="2025-10-21T14:43:31.470" v="7913" actId="20577"/>
          <ac:spMkLst>
            <pc:docMk/>
            <pc:sldMk cId="3378396556" sldId="364"/>
            <ac:spMk id="2" creationId="{C314F74E-1E0D-C064-8DDD-102F7F8AFC52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378396556" sldId="364"/>
            <ac:spMk id="3" creationId="{920B8C3B-8D17-07AB-5311-BAA2EA4553F8}"/>
          </ac:spMkLst>
        </pc:spChg>
        <pc:spChg chg="mod">
          <ac:chgData name="Ricardo Fernandes" userId="cf37fd8b0d3c9e95" providerId="LiveId" clId="{A4F44D94-3E07-43B7-B685-2636B760A42E}" dt="2025-10-21T14:31:00.880" v="7621" actId="20577"/>
          <ac:spMkLst>
            <pc:docMk/>
            <pc:sldMk cId="3378396556" sldId="364"/>
            <ac:spMk id="4" creationId="{7C23DD43-4F83-2DCC-05EC-98C7E6671585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378396556" sldId="364"/>
            <ac:spMk id="8" creationId="{F58DFFA6-C5BC-9FB5-E961-D568FE770979}"/>
          </ac:spMkLst>
        </pc:spChg>
        <pc:spChg chg="mod">
          <ac:chgData name="Ricardo Fernandes" userId="cf37fd8b0d3c9e95" providerId="LiveId" clId="{A4F44D94-3E07-43B7-B685-2636B760A42E}" dt="2025-10-21T14:43:10.793" v="7912" actId="255"/>
          <ac:spMkLst>
            <pc:docMk/>
            <pc:sldMk cId="3378396556" sldId="364"/>
            <ac:spMk id="19" creationId="{AEEF73E0-A10C-32D4-47F8-0E318A130A26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378396556" sldId="364"/>
            <ac:spMk id="9229" creationId="{0697756F-7337-CE7C-920E-D145F45BC378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378396556" sldId="364"/>
            <ac:spMk id="10243" creationId="{F29082F0-5D1D-64DA-92FD-067310E2B2AA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378396556" sldId="364"/>
            <ac:spMk id="10244" creationId="{8E76FBE4-9F52-A2D4-742A-FF968221E335}"/>
          </ac:spMkLst>
        </pc:spChg>
        <pc:spChg chg="mod">
          <ac:chgData name="Ricardo Fernandes" userId="cf37fd8b0d3c9e95" providerId="LiveId" clId="{A4F44D94-3E07-43B7-B685-2636B760A42E}" dt="2025-10-21T14:29:30.982" v="7561" actId="790"/>
          <ac:spMkLst>
            <pc:docMk/>
            <pc:sldMk cId="3378396556" sldId="364"/>
            <ac:spMk id="10247" creationId="{7850FFC0-2117-A3CF-57A7-892CF7E34351}"/>
          </ac:spMkLst>
        </pc:spChg>
        <pc:picChg chg="del">
          <ac:chgData name="Ricardo Fernandes" userId="cf37fd8b0d3c9e95" providerId="LiveId" clId="{A4F44D94-3E07-43B7-B685-2636B760A42E}" dt="2025-10-21T14:30:25.339" v="7619" actId="478"/>
          <ac:picMkLst>
            <pc:docMk/>
            <pc:sldMk cId="3378396556" sldId="364"/>
            <ac:picMk id="14" creationId="{02363E2F-F6A9-648D-3455-9AAB78FC82F2}"/>
          </ac:picMkLst>
        </pc:picChg>
      </pc:sldChg>
      <pc:sldChg chg="addSp delSp modSp add mod">
        <pc:chgData name="Ricardo Fernandes" userId="cf37fd8b0d3c9e95" providerId="LiveId" clId="{A4F44D94-3E07-43B7-B685-2636B760A42E}" dt="2025-10-21T14:53:47.638" v="8338" actId="20577"/>
        <pc:sldMkLst>
          <pc:docMk/>
          <pc:sldMk cId="2626949921" sldId="365"/>
        </pc:sldMkLst>
        <pc:spChg chg="mod">
          <ac:chgData name="Ricardo Fernandes" userId="cf37fd8b0d3c9e95" providerId="LiveId" clId="{A4F44D94-3E07-43B7-B685-2636B760A42E}" dt="2025-10-21T14:51:05.790" v="8161" actId="20577"/>
          <ac:spMkLst>
            <pc:docMk/>
            <pc:sldMk cId="2626949921" sldId="365"/>
            <ac:spMk id="4" creationId="{FC8A6265-923E-0509-6644-9961E9ACDB60}"/>
          </ac:spMkLst>
        </pc:spChg>
        <pc:spChg chg="add mod">
          <ac:chgData name="Ricardo Fernandes" userId="cf37fd8b0d3c9e95" providerId="LiveId" clId="{A4F44D94-3E07-43B7-B685-2636B760A42E}" dt="2025-10-21T14:52:46.983" v="8177" actId="20577"/>
          <ac:spMkLst>
            <pc:docMk/>
            <pc:sldMk cId="2626949921" sldId="365"/>
            <ac:spMk id="14" creationId="{3E6D3DE5-8E8E-6DFB-4930-CE350D57E42B}"/>
          </ac:spMkLst>
        </pc:spChg>
        <pc:spChg chg="add mod">
          <ac:chgData name="Ricardo Fernandes" userId="cf37fd8b0d3c9e95" providerId="LiveId" clId="{A4F44D94-3E07-43B7-B685-2636B760A42E}" dt="2025-10-21T14:53:47.638" v="8338" actId="20577"/>
          <ac:spMkLst>
            <pc:docMk/>
            <pc:sldMk cId="2626949921" sldId="365"/>
            <ac:spMk id="15" creationId="{449A8AFD-AE01-8344-2F31-55E87B872BA2}"/>
          </ac:spMkLst>
        </pc:spChg>
        <pc:spChg chg="mod">
          <ac:chgData name="Ricardo Fernandes" userId="cf37fd8b0d3c9e95" providerId="LiveId" clId="{A4F44D94-3E07-43B7-B685-2636B760A42E}" dt="2025-10-21T14:51:42.440" v="8171" actId="113"/>
          <ac:spMkLst>
            <pc:docMk/>
            <pc:sldMk cId="2626949921" sldId="365"/>
            <ac:spMk id="19" creationId="{B1656C04-05BC-C69E-78F1-8CD3BC993DFC}"/>
          </ac:spMkLst>
        </pc:spChg>
        <pc:spChg chg="mod">
          <ac:chgData name="Ricardo Fernandes" userId="cf37fd8b0d3c9e95" providerId="LiveId" clId="{A4F44D94-3E07-43B7-B685-2636B760A42E}" dt="2025-10-21T14:44:00.983" v="7925" actId="20577"/>
          <ac:spMkLst>
            <pc:docMk/>
            <pc:sldMk cId="2626949921" sldId="365"/>
            <ac:spMk id="9229" creationId="{406B815C-26AA-03C8-CE80-D2EDC5B49BD5}"/>
          </ac:spMkLst>
        </pc:spChg>
        <pc:picChg chg="add del mod">
          <ac:chgData name="Ricardo Fernandes" userId="cf37fd8b0d3c9e95" providerId="LiveId" clId="{A4F44D94-3E07-43B7-B685-2636B760A42E}" dt="2025-10-21T14:51:30.251" v="8164" actId="478"/>
          <ac:picMkLst>
            <pc:docMk/>
            <pc:sldMk cId="2626949921" sldId="365"/>
            <ac:picMk id="10" creationId="{5E25B337-2F7F-2FDB-7BE3-F6BDB8212394}"/>
          </ac:picMkLst>
        </pc:picChg>
        <pc:picChg chg="add mod">
          <ac:chgData name="Ricardo Fernandes" userId="cf37fd8b0d3c9e95" providerId="LiveId" clId="{A4F44D94-3E07-43B7-B685-2636B760A42E}" dt="2025-10-21T14:52:37.075" v="8173" actId="1076"/>
          <ac:picMkLst>
            <pc:docMk/>
            <pc:sldMk cId="2626949921" sldId="365"/>
            <ac:picMk id="12" creationId="{A83BD31C-081B-F549-2A9B-ED7C1ADB2940}"/>
          </ac:picMkLst>
        </pc:picChg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3257931356" sldId="365"/>
        </pc:sldMkLst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115395682" sldId="366"/>
        </pc:sldMkLst>
      </pc:sldChg>
      <pc:sldChg chg="addSp delSp modSp add mod">
        <pc:chgData name="Ricardo Fernandes" userId="cf37fd8b0d3c9e95" providerId="LiveId" clId="{A4F44D94-3E07-43B7-B685-2636B760A42E}" dt="2025-10-21T15:17:18.393" v="8755" actId="478"/>
        <pc:sldMkLst>
          <pc:docMk/>
          <pc:sldMk cId="3431597512" sldId="366"/>
        </pc:sldMkLst>
        <pc:spChg chg="del">
          <ac:chgData name="Ricardo Fernandes" userId="cf37fd8b0d3c9e95" providerId="LiveId" clId="{A4F44D94-3E07-43B7-B685-2636B760A42E}" dt="2025-10-21T15:17:18.393" v="8755" actId="478"/>
          <ac:spMkLst>
            <pc:docMk/>
            <pc:sldMk cId="3431597512" sldId="366"/>
            <ac:spMk id="4" creationId="{17D9EE61-D6CC-AFA5-717C-2ECAD94EC71F}"/>
          </ac:spMkLst>
        </pc:spChg>
        <pc:spChg chg="del">
          <ac:chgData name="Ricardo Fernandes" userId="cf37fd8b0d3c9e95" providerId="LiveId" clId="{A4F44D94-3E07-43B7-B685-2636B760A42E}" dt="2025-10-21T15:11:46.233" v="8353" actId="478"/>
          <ac:spMkLst>
            <pc:docMk/>
            <pc:sldMk cId="3431597512" sldId="366"/>
            <ac:spMk id="15" creationId="{C3ABB015-3A18-3528-4DCA-AE07D71E484D}"/>
          </ac:spMkLst>
        </pc:spChg>
        <pc:spChg chg="mod">
          <ac:chgData name="Ricardo Fernandes" userId="cf37fd8b0d3c9e95" providerId="LiveId" clId="{A4F44D94-3E07-43B7-B685-2636B760A42E}" dt="2025-10-21T15:16:43.154" v="8754" actId="20577"/>
          <ac:spMkLst>
            <pc:docMk/>
            <pc:sldMk cId="3431597512" sldId="366"/>
            <ac:spMk id="19" creationId="{A79A2923-A334-CFF3-4CD0-C6CB5E359F0D}"/>
          </ac:spMkLst>
        </pc:spChg>
        <pc:spChg chg="mod">
          <ac:chgData name="Ricardo Fernandes" userId="cf37fd8b0d3c9e95" providerId="LiveId" clId="{A4F44D94-3E07-43B7-B685-2636B760A42E}" dt="2025-10-21T15:12:15.429" v="8378" actId="20577"/>
          <ac:spMkLst>
            <pc:docMk/>
            <pc:sldMk cId="3431597512" sldId="366"/>
            <ac:spMk id="9229" creationId="{3AFB228C-59C4-31FD-54BC-041A206CE668}"/>
          </ac:spMkLst>
        </pc:spChg>
        <pc:picChg chg="add mod">
          <ac:chgData name="Ricardo Fernandes" userId="cf37fd8b0d3c9e95" providerId="LiveId" clId="{A4F44D94-3E07-43B7-B685-2636B760A42E}" dt="2025-10-21T15:12:32.961" v="8381" actId="1076"/>
          <ac:picMkLst>
            <pc:docMk/>
            <pc:sldMk cId="3431597512" sldId="366"/>
            <ac:picMk id="10" creationId="{C2CD09C9-A0A8-88CE-8FE2-325CC936D8F4}"/>
          </ac:picMkLst>
        </pc:picChg>
        <pc:picChg chg="del">
          <ac:chgData name="Ricardo Fernandes" userId="cf37fd8b0d3c9e95" providerId="LiveId" clId="{A4F44D94-3E07-43B7-B685-2636B760A42E}" dt="2025-10-21T15:11:44.715" v="8352" actId="478"/>
          <ac:picMkLst>
            <pc:docMk/>
            <pc:sldMk cId="3431597512" sldId="366"/>
            <ac:picMk id="12" creationId="{210ED995-8355-67EB-0F11-9DF41F980FA0}"/>
          </ac:picMkLst>
        </pc:picChg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701346922" sldId="367"/>
        </pc:sldMkLst>
      </pc:sldChg>
      <pc:sldChg chg="addSp delSp modSp add mod">
        <pc:chgData name="Ricardo Fernandes" userId="cf37fd8b0d3c9e95" providerId="LiveId" clId="{A4F44D94-3E07-43B7-B685-2636B760A42E}" dt="2025-10-21T15:21:27.924" v="9149" actId="313"/>
        <pc:sldMkLst>
          <pc:docMk/>
          <pc:sldMk cId="3219663370" sldId="367"/>
        </pc:sldMkLst>
        <pc:spChg chg="mod">
          <ac:chgData name="Ricardo Fernandes" userId="cf37fd8b0d3c9e95" providerId="LiveId" clId="{A4F44D94-3E07-43B7-B685-2636B760A42E}" dt="2025-10-21T15:21:27.924" v="9149" actId="313"/>
          <ac:spMkLst>
            <pc:docMk/>
            <pc:sldMk cId="3219663370" sldId="367"/>
            <ac:spMk id="19" creationId="{DAA766D5-04DF-C917-64BB-1C37CA9F394E}"/>
          </ac:spMkLst>
        </pc:spChg>
        <pc:picChg chg="add mod">
          <ac:chgData name="Ricardo Fernandes" userId="cf37fd8b0d3c9e95" providerId="LiveId" clId="{A4F44D94-3E07-43B7-B685-2636B760A42E}" dt="2025-10-21T15:17:24.089" v="8759" actId="1076"/>
          <ac:picMkLst>
            <pc:docMk/>
            <pc:sldMk cId="3219663370" sldId="367"/>
            <ac:picMk id="6" creationId="{05BDDAD3-8348-71F2-F39F-024C796307CD}"/>
          </ac:picMkLst>
        </pc:picChg>
        <pc:picChg chg="del">
          <ac:chgData name="Ricardo Fernandes" userId="cf37fd8b0d3c9e95" providerId="LiveId" clId="{A4F44D94-3E07-43B7-B685-2636B760A42E}" dt="2025-10-21T15:17:21.487" v="8757" actId="478"/>
          <ac:picMkLst>
            <pc:docMk/>
            <pc:sldMk cId="3219663370" sldId="367"/>
            <ac:picMk id="10" creationId="{D554375C-58E0-ECFE-CE0B-B3727171E119}"/>
          </ac:picMkLst>
        </pc:picChg>
      </pc:sldChg>
      <pc:sldChg chg="addSp delSp modSp add mod">
        <pc:chgData name="Ricardo Fernandes" userId="cf37fd8b0d3c9e95" providerId="LiveId" clId="{A4F44D94-3E07-43B7-B685-2636B760A42E}" dt="2025-10-21T15:26:49.493" v="9546" actId="20577"/>
        <pc:sldMkLst>
          <pc:docMk/>
          <pc:sldMk cId="83994924" sldId="368"/>
        </pc:sldMkLst>
        <pc:spChg chg="mod">
          <ac:chgData name="Ricardo Fernandes" userId="cf37fd8b0d3c9e95" providerId="LiveId" clId="{A4F44D94-3E07-43B7-B685-2636B760A42E}" dt="2025-10-21T15:26:49.493" v="9546" actId="20577"/>
          <ac:spMkLst>
            <pc:docMk/>
            <pc:sldMk cId="83994924" sldId="368"/>
            <ac:spMk id="19" creationId="{EE922E9F-58D8-5DDB-79C8-7CE281B075EC}"/>
          </ac:spMkLst>
        </pc:spChg>
        <pc:picChg chg="del">
          <ac:chgData name="Ricardo Fernandes" userId="cf37fd8b0d3c9e95" providerId="LiveId" clId="{A4F44D94-3E07-43B7-B685-2636B760A42E}" dt="2025-10-21T15:21:56.291" v="9151" actId="478"/>
          <ac:picMkLst>
            <pc:docMk/>
            <pc:sldMk cId="83994924" sldId="368"/>
            <ac:picMk id="6" creationId="{A8D18E6D-AE2A-87D3-0D3D-8AD6EA3AA485}"/>
          </ac:picMkLst>
        </pc:picChg>
        <pc:picChg chg="add del mod">
          <ac:chgData name="Ricardo Fernandes" userId="cf37fd8b0d3c9e95" providerId="LiveId" clId="{A4F44D94-3E07-43B7-B685-2636B760A42E}" dt="2025-10-21T15:23:16.899" v="9158" actId="478"/>
          <ac:picMkLst>
            <pc:docMk/>
            <pc:sldMk cId="83994924" sldId="368"/>
            <ac:picMk id="10" creationId="{7B767623-7C81-88FF-D040-BC927F88F69B}"/>
          </ac:picMkLst>
        </pc:picChg>
        <pc:picChg chg="add mod">
          <ac:chgData name="Ricardo Fernandes" userId="cf37fd8b0d3c9e95" providerId="LiveId" clId="{A4F44D94-3E07-43B7-B685-2636B760A42E}" dt="2025-10-21T15:23:23.529" v="9168" actId="1076"/>
          <ac:picMkLst>
            <pc:docMk/>
            <pc:sldMk cId="83994924" sldId="368"/>
            <ac:picMk id="12" creationId="{02493331-E5BA-A2A6-787A-1F6367234FA3}"/>
          </ac:picMkLst>
        </pc:picChg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3575741580" sldId="368"/>
        </pc:sldMkLst>
      </pc:sldChg>
      <pc:sldChg chg="addSp delSp modSp add mod">
        <pc:chgData name="Ricardo Fernandes" userId="cf37fd8b0d3c9e95" providerId="LiveId" clId="{A4F44D94-3E07-43B7-B685-2636B760A42E}" dt="2025-10-21T15:30:16.657" v="10116" actId="20577"/>
        <pc:sldMkLst>
          <pc:docMk/>
          <pc:sldMk cId="1992258338" sldId="369"/>
        </pc:sldMkLst>
        <pc:spChg chg="mod">
          <ac:chgData name="Ricardo Fernandes" userId="cf37fd8b0d3c9e95" providerId="LiveId" clId="{A4F44D94-3E07-43B7-B685-2636B760A42E}" dt="2025-10-21T15:30:16.657" v="10116" actId="20577"/>
          <ac:spMkLst>
            <pc:docMk/>
            <pc:sldMk cId="1992258338" sldId="369"/>
            <ac:spMk id="19" creationId="{41FFAD9F-C3CF-79CA-F1D0-E60AD4519F6C}"/>
          </ac:spMkLst>
        </pc:spChg>
        <pc:picChg chg="add mod">
          <ac:chgData name="Ricardo Fernandes" userId="cf37fd8b0d3c9e95" providerId="LiveId" clId="{A4F44D94-3E07-43B7-B685-2636B760A42E}" dt="2025-10-21T15:27:10.758" v="9550" actId="1076"/>
          <ac:picMkLst>
            <pc:docMk/>
            <pc:sldMk cId="1992258338" sldId="369"/>
            <ac:picMk id="6" creationId="{72AC0ED4-495C-5D8E-440D-F7AFC540C36A}"/>
          </ac:picMkLst>
        </pc:picChg>
        <pc:picChg chg="del">
          <ac:chgData name="Ricardo Fernandes" userId="cf37fd8b0d3c9e95" providerId="LiveId" clId="{A4F44D94-3E07-43B7-B685-2636B760A42E}" dt="2025-10-21T15:26:52.622" v="9548" actId="478"/>
          <ac:picMkLst>
            <pc:docMk/>
            <pc:sldMk cId="1992258338" sldId="369"/>
            <ac:picMk id="12" creationId="{58EB92F5-4F02-ABC0-3966-58AEDEEECAC8}"/>
          </ac:picMkLst>
        </pc:picChg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3322050093" sldId="369"/>
        </pc:sldMkLst>
      </pc:sldChg>
      <pc:sldChg chg="addSp delSp modSp add mod">
        <pc:chgData name="Ricardo Fernandes" userId="cf37fd8b0d3c9e95" providerId="LiveId" clId="{A4F44D94-3E07-43B7-B685-2636B760A42E}" dt="2025-10-21T15:34:23.974" v="10520" actId="20577"/>
        <pc:sldMkLst>
          <pc:docMk/>
          <pc:sldMk cId="2275978693" sldId="370"/>
        </pc:sldMkLst>
        <pc:spChg chg="mod">
          <ac:chgData name="Ricardo Fernandes" userId="cf37fd8b0d3c9e95" providerId="LiveId" clId="{A4F44D94-3E07-43B7-B685-2636B760A42E}" dt="2025-10-21T15:34:23.974" v="10520" actId="20577"/>
          <ac:spMkLst>
            <pc:docMk/>
            <pc:sldMk cId="2275978693" sldId="370"/>
            <ac:spMk id="19" creationId="{4F7143E7-6D0D-5530-7E4B-A19039FABBF2}"/>
          </ac:spMkLst>
        </pc:spChg>
        <pc:spChg chg="mod">
          <ac:chgData name="Ricardo Fernandes" userId="cf37fd8b0d3c9e95" providerId="LiveId" clId="{A4F44D94-3E07-43B7-B685-2636B760A42E}" dt="2025-10-21T15:30:32.025" v="10143" actId="20577"/>
          <ac:spMkLst>
            <pc:docMk/>
            <pc:sldMk cId="2275978693" sldId="370"/>
            <ac:spMk id="9229" creationId="{DC0F463C-6185-405F-81D9-EA5970891909}"/>
          </ac:spMkLst>
        </pc:spChg>
        <pc:picChg chg="del">
          <ac:chgData name="Ricardo Fernandes" userId="cf37fd8b0d3c9e95" providerId="LiveId" clId="{A4F44D94-3E07-43B7-B685-2636B760A42E}" dt="2025-10-21T15:30:34.558" v="10144" actId="478"/>
          <ac:picMkLst>
            <pc:docMk/>
            <pc:sldMk cId="2275978693" sldId="370"/>
            <ac:picMk id="6" creationId="{7D553126-544C-85B5-0C2F-B9211B1B219D}"/>
          </ac:picMkLst>
        </pc:picChg>
        <pc:picChg chg="add mod">
          <ac:chgData name="Ricardo Fernandes" userId="cf37fd8b0d3c9e95" providerId="LiveId" clId="{A4F44D94-3E07-43B7-B685-2636B760A42E}" dt="2025-10-21T15:32:20.573" v="10147" actId="1076"/>
          <ac:picMkLst>
            <pc:docMk/>
            <pc:sldMk cId="2275978693" sldId="370"/>
            <ac:picMk id="10" creationId="{C8F38BD3-23B4-3166-B1BD-0C693C32B515}"/>
          </ac:picMkLst>
        </pc:picChg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3582819009" sldId="370"/>
        </pc:sldMkLst>
      </pc:sldChg>
      <pc:sldChg chg="addSp delSp modSp add mod">
        <pc:chgData name="Ricardo Fernandes" userId="cf37fd8b0d3c9e95" providerId="LiveId" clId="{A4F44D94-3E07-43B7-B685-2636B760A42E}" dt="2025-10-21T15:37:19.080" v="10930" actId="1076"/>
        <pc:sldMkLst>
          <pc:docMk/>
          <pc:sldMk cId="654795512" sldId="371"/>
        </pc:sldMkLst>
        <pc:spChg chg="mod">
          <ac:chgData name="Ricardo Fernandes" userId="cf37fd8b0d3c9e95" providerId="LiveId" clId="{A4F44D94-3E07-43B7-B685-2636B760A42E}" dt="2025-10-21T15:37:15.278" v="10927" actId="20577"/>
          <ac:spMkLst>
            <pc:docMk/>
            <pc:sldMk cId="654795512" sldId="371"/>
            <ac:spMk id="19" creationId="{090E1D78-8ED9-6E00-273C-6790FA0891C3}"/>
          </ac:spMkLst>
        </pc:spChg>
        <pc:picChg chg="add mod">
          <ac:chgData name="Ricardo Fernandes" userId="cf37fd8b0d3c9e95" providerId="LiveId" clId="{A4F44D94-3E07-43B7-B685-2636B760A42E}" dt="2025-10-21T15:37:19.080" v="10930" actId="1076"/>
          <ac:picMkLst>
            <pc:docMk/>
            <pc:sldMk cId="654795512" sldId="371"/>
            <ac:picMk id="6" creationId="{8A1B27DA-628F-BBB4-F4D4-AED98EA58C03}"/>
          </ac:picMkLst>
        </pc:picChg>
        <pc:picChg chg="del">
          <ac:chgData name="Ricardo Fernandes" userId="cf37fd8b0d3c9e95" providerId="LiveId" clId="{A4F44D94-3E07-43B7-B685-2636B760A42E}" dt="2025-10-21T15:34:38.313" v="10522" actId="478"/>
          <ac:picMkLst>
            <pc:docMk/>
            <pc:sldMk cId="654795512" sldId="371"/>
            <ac:picMk id="10" creationId="{40B15BE9-571B-5EE5-D45D-669508E2F1D0}"/>
          </ac:picMkLst>
        </pc:picChg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3425661872" sldId="371"/>
        </pc:sldMkLst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370400844" sldId="372"/>
        </pc:sldMkLst>
      </pc:sldChg>
      <pc:sldChg chg="addSp delSp modSp add mod">
        <pc:chgData name="Ricardo Fernandes" userId="cf37fd8b0d3c9e95" providerId="LiveId" clId="{A4F44D94-3E07-43B7-B685-2636B760A42E}" dt="2025-10-21T15:39:06.887" v="11165" actId="20577"/>
        <pc:sldMkLst>
          <pc:docMk/>
          <pc:sldMk cId="2144834757" sldId="372"/>
        </pc:sldMkLst>
        <pc:spChg chg="mod">
          <ac:chgData name="Ricardo Fernandes" userId="cf37fd8b0d3c9e95" providerId="LiveId" clId="{A4F44D94-3E07-43B7-B685-2636B760A42E}" dt="2025-10-21T15:39:06.887" v="11165" actId="20577"/>
          <ac:spMkLst>
            <pc:docMk/>
            <pc:sldMk cId="2144834757" sldId="372"/>
            <ac:spMk id="19" creationId="{2C5DEEEA-47C5-5964-91DF-442C436C9B69}"/>
          </ac:spMkLst>
        </pc:spChg>
        <pc:picChg chg="del">
          <ac:chgData name="Ricardo Fernandes" userId="cf37fd8b0d3c9e95" providerId="LiveId" clId="{A4F44D94-3E07-43B7-B685-2636B760A42E}" dt="2025-10-21T15:37:34.692" v="10932" actId="478"/>
          <ac:picMkLst>
            <pc:docMk/>
            <pc:sldMk cId="2144834757" sldId="372"/>
            <ac:picMk id="6" creationId="{0CA14C23-AF8B-FEE6-285E-111E01F7CF9B}"/>
          </ac:picMkLst>
        </pc:picChg>
        <pc:picChg chg="add mod">
          <ac:chgData name="Ricardo Fernandes" userId="cf37fd8b0d3c9e95" providerId="LiveId" clId="{A4F44D94-3E07-43B7-B685-2636B760A42E}" dt="2025-10-21T15:37:36.493" v="10934" actId="1076"/>
          <ac:picMkLst>
            <pc:docMk/>
            <pc:sldMk cId="2144834757" sldId="372"/>
            <ac:picMk id="10" creationId="{F9DF69D0-8247-9041-DE1F-0552D5C5759B}"/>
          </ac:picMkLst>
        </pc:picChg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540821006" sldId="373"/>
        </pc:sldMkLst>
      </pc:sldChg>
      <pc:sldChg chg="addSp delSp modSp add mod">
        <pc:chgData name="Ricardo Fernandes" userId="cf37fd8b0d3c9e95" providerId="LiveId" clId="{A4F44D94-3E07-43B7-B685-2636B760A42E}" dt="2025-10-21T15:53:35.522" v="11433" actId="20577"/>
        <pc:sldMkLst>
          <pc:docMk/>
          <pc:sldMk cId="1969461451" sldId="373"/>
        </pc:sldMkLst>
        <pc:spChg chg="mod">
          <ac:chgData name="Ricardo Fernandes" userId="cf37fd8b0d3c9e95" providerId="LiveId" clId="{A4F44D94-3E07-43B7-B685-2636B760A42E}" dt="2025-10-21T15:53:35.522" v="11433" actId="20577"/>
          <ac:spMkLst>
            <pc:docMk/>
            <pc:sldMk cId="1969461451" sldId="373"/>
            <ac:spMk id="19" creationId="{09DD7C62-82F0-BA01-F219-F931E9824CAC}"/>
          </ac:spMkLst>
        </pc:spChg>
        <pc:spChg chg="mod">
          <ac:chgData name="Ricardo Fernandes" userId="cf37fd8b0d3c9e95" providerId="LiveId" clId="{A4F44D94-3E07-43B7-B685-2636B760A42E}" dt="2025-10-21T15:51:27.368" v="11167" actId="20577"/>
          <ac:spMkLst>
            <pc:docMk/>
            <pc:sldMk cId="1969461451" sldId="373"/>
            <ac:spMk id="9229" creationId="{0CCE621C-8625-3DD1-D66C-EEC4998BB871}"/>
          </ac:spMkLst>
        </pc:spChg>
        <pc:picChg chg="add mod">
          <ac:chgData name="Ricardo Fernandes" userId="cf37fd8b0d3c9e95" providerId="LiveId" clId="{A4F44D94-3E07-43B7-B685-2636B760A42E}" dt="2025-10-21T15:53:31.350" v="11430" actId="1076"/>
          <ac:picMkLst>
            <pc:docMk/>
            <pc:sldMk cId="1969461451" sldId="373"/>
            <ac:picMk id="6" creationId="{E0DC3EA7-6481-448F-91E0-9889B66F4127}"/>
          </ac:picMkLst>
        </pc:picChg>
        <pc:picChg chg="del">
          <ac:chgData name="Ricardo Fernandes" userId="cf37fd8b0d3c9e95" providerId="LiveId" clId="{A4F44D94-3E07-43B7-B685-2636B760A42E}" dt="2025-10-21T15:51:27.980" v="11168" actId="478"/>
          <ac:picMkLst>
            <pc:docMk/>
            <pc:sldMk cId="1969461451" sldId="373"/>
            <ac:picMk id="10" creationId="{61D27990-0A4C-28E7-97D9-683E00BE13AB}"/>
          </ac:picMkLst>
        </pc:picChg>
        <pc:picChg chg="add mod">
          <ac:chgData name="Ricardo Fernandes" userId="cf37fd8b0d3c9e95" providerId="LiveId" clId="{A4F44D94-3E07-43B7-B685-2636B760A42E}" dt="2025-10-21T15:53:32.834" v="11431" actId="1076"/>
          <ac:picMkLst>
            <pc:docMk/>
            <pc:sldMk cId="1969461451" sldId="373"/>
            <ac:picMk id="12" creationId="{CD626E25-0C20-46FC-970E-6C3465B057F7}"/>
          </ac:picMkLst>
        </pc:picChg>
      </pc:sldChg>
      <pc:sldChg chg="addSp delSp modSp add mod">
        <pc:chgData name="Ricardo Fernandes" userId="cf37fd8b0d3c9e95" providerId="LiveId" clId="{A4F44D94-3E07-43B7-B685-2636B760A42E}" dt="2025-10-21T16:19:50.989" v="11907" actId="20577"/>
        <pc:sldMkLst>
          <pc:docMk/>
          <pc:sldMk cId="831325953" sldId="374"/>
        </pc:sldMkLst>
        <pc:spChg chg="mod">
          <ac:chgData name="Ricardo Fernandes" userId="cf37fd8b0d3c9e95" providerId="LiveId" clId="{A4F44D94-3E07-43B7-B685-2636B760A42E}" dt="2025-10-21T16:19:50.989" v="11907" actId="20577"/>
          <ac:spMkLst>
            <pc:docMk/>
            <pc:sldMk cId="831325953" sldId="374"/>
            <ac:spMk id="19" creationId="{44D7B606-1849-4B5B-174F-033CE4BF6D2E}"/>
          </ac:spMkLst>
        </pc:spChg>
        <pc:spChg chg="mod">
          <ac:chgData name="Ricardo Fernandes" userId="cf37fd8b0d3c9e95" providerId="LiveId" clId="{A4F44D94-3E07-43B7-B685-2636B760A42E}" dt="2025-10-21T16:08:10.603" v="11479" actId="20577"/>
          <ac:spMkLst>
            <pc:docMk/>
            <pc:sldMk cId="831325953" sldId="374"/>
            <ac:spMk id="9229" creationId="{A860658F-44CA-E07D-3F52-FD24787BF7A6}"/>
          </ac:spMkLst>
        </pc:spChg>
        <pc:picChg chg="del">
          <ac:chgData name="Ricardo Fernandes" userId="cf37fd8b0d3c9e95" providerId="LiveId" clId="{A4F44D94-3E07-43B7-B685-2636B760A42E}" dt="2025-10-21T16:08:13.917" v="11482" actId="478"/>
          <ac:picMkLst>
            <pc:docMk/>
            <pc:sldMk cId="831325953" sldId="374"/>
            <ac:picMk id="6" creationId="{CF8BA627-1DBE-023A-795C-3F7F230BA0EA}"/>
          </ac:picMkLst>
        </pc:picChg>
        <pc:picChg chg="add mod">
          <ac:chgData name="Ricardo Fernandes" userId="cf37fd8b0d3c9e95" providerId="LiveId" clId="{A4F44D94-3E07-43B7-B685-2636B760A42E}" dt="2025-10-21T16:10:20.079" v="11484" actId="1076"/>
          <ac:picMkLst>
            <pc:docMk/>
            <pc:sldMk cId="831325953" sldId="374"/>
            <ac:picMk id="10" creationId="{766ED5CF-C693-B412-C853-E47CBB55AD3D}"/>
          </ac:picMkLst>
        </pc:picChg>
        <pc:picChg chg="del">
          <ac:chgData name="Ricardo Fernandes" userId="cf37fd8b0d3c9e95" providerId="LiveId" clId="{A4F44D94-3E07-43B7-B685-2636B760A42E}" dt="2025-10-21T16:08:13.570" v="11481" actId="478"/>
          <ac:picMkLst>
            <pc:docMk/>
            <pc:sldMk cId="831325953" sldId="374"/>
            <ac:picMk id="12" creationId="{0DEAE3D1-8173-4242-48FE-5DA5DE6D6390}"/>
          </ac:picMkLst>
        </pc:picChg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2778198369" sldId="374"/>
        </pc:sldMkLst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2309911693" sldId="375"/>
        </pc:sldMkLst>
      </pc:sldChg>
      <pc:sldChg chg="addSp delSp modSp add mod">
        <pc:chgData name="Ricardo Fernandes" userId="cf37fd8b0d3c9e95" providerId="LiveId" clId="{A4F44D94-3E07-43B7-B685-2636B760A42E}" dt="2025-10-21T16:24:53.933" v="12117" actId="20577"/>
        <pc:sldMkLst>
          <pc:docMk/>
          <pc:sldMk cId="3805239867" sldId="375"/>
        </pc:sldMkLst>
        <pc:spChg chg="mod">
          <ac:chgData name="Ricardo Fernandes" userId="cf37fd8b0d3c9e95" providerId="LiveId" clId="{A4F44D94-3E07-43B7-B685-2636B760A42E}" dt="2025-10-21T16:24:53.933" v="12117" actId="20577"/>
          <ac:spMkLst>
            <pc:docMk/>
            <pc:sldMk cId="3805239867" sldId="375"/>
            <ac:spMk id="19" creationId="{2C53A4AA-AF50-FEFA-4875-58E39A71D858}"/>
          </ac:spMkLst>
        </pc:spChg>
        <pc:picChg chg="add mod">
          <ac:chgData name="Ricardo Fernandes" userId="cf37fd8b0d3c9e95" providerId="LiveId" clId="{A4F44D94-3E07-43B7-B685-2636B760A42E}" dt="2025-10-21T16:20:16.520" v="11914" actId="1076"/>
          <ac:picMkLst>
            <pc:docMk/>
            <pc:sldMk cId="3805239867" sldId="375"/>
            <ac:picMk id="6" creationId="{1566525E-1388-502C-F52E-F8DB4899A5EF}"/>
          </ac:picMkLst>
        </pc:picChg>
        <pc:picChg chg="del mod">
          <ac:chgData name="Ricardo Fernandes" userId="cf37fd8b0d3c9e95" providerId="LiveId" clId="{A4F44D94-3E07-43B7-B685-2636B760A42E}" dt="2025-10-21T16:20:13.421" v="11910" actId="478"/>
          <ac:picMkLst>
            <pc:docMk/>
            <pc:sldMk cId="3805239867" sldId="375"/>
            <ac:picMk id="10" creationId="{C2D5C0E3-4A33-13A7-7CA1-9BB43F11A433}"/>
          </ac:picMkLst>
        </pc:picChg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872339032" sldId="376"/>
        </pc:sldMkLst>
      </pc:sldChg>
      <pc:sldChg chg="addSp delSp modSp add mod">
        <pc:chgData name="Ricardo Fernandes" userId="cf37fd8b0d3c9e95" providerId="LiveId" clId="{A4F44D94-3E07-43B7-B685-2636B760A42E}" dt="2025-10-21T16:29:19.565" v="12492" actId="20577"/>
        <pc:sldMkLst>
          <pc:docMk/>
          <pc:sldMk cId="1973873985" sldId="376"/>
        </pc:sldMkLst>
        <pc:spChg chg="mod">
          <ac:chgData name="Ricardo Fernandes" userId="cf37fd8b0d3c9e95" providerId="LiveId" clId="{A4F44D94-3E07-43B7-B685-2636B760A42E}" dt="2025-10-21T16:29:19.565" v="12492" actId="20577"/>
          <ac:spMkLst>
            <pc:docMk/>
            <pc:sldMk cId="1973873985" sldId="376"/>
            <ac:spMk id="19" creationId="{1B22FAE0-1721-46A6-EF58-CD0EF27C4655}"/>
          </ac:spMkLst>
        </pc:spChg>
        <pc:spChg chg="mod">
          <ac:chgData name="Ricardo Fernandes" userId="cf37fd8b0d3c9e95" providerId="LiveId" clId="{A4F44D94-3E07-43B7-B685-2636B760A42E}" dt="2025-10-21T16:24:58.424" v="12125" actId="20577"/>
          <ac:spMkLst>
            <pc:docMk/>
            <pc:sldMk cId="1973873985" sldId="376"/>
            <ac:spMk id="9229" creationId="{E9C6DB54-029C-0332-C2A3-A1261758AB22}"/>
          </ac:spMkLst>
        </pc:spChg>
        <pc:picChg chg="del">
          <ac:chgData name="Ricardo Fernandes" userId="cf37fd8b0d3c9e95" providerId="LiveId" clId="{A4F44D94-3E07-43B7-B685-2636B760A42E}" dt="2025-10-21T16:25:16.191" v="12126" actId="478"/>
          <ac:picMkLst>
            <pc:docMk/>
            <pc:sldMk cId="1973873985" sldId="376"/>
            <ac:picMk id="6" creationId="{A7CEAB70-7A18-1EBA-09EF-F5EB61BDA868}"/>
          </ac:picMkLst>
        </pc:picChg>
        <pc:picChg chg="add mod">
          <ac:chgData name="Ricardo Fernandes" userId="cf37fd8b0d3c9e95" providerId="LiveId" clId="{A4F44D94-3E07-43B7-B685-2636B760A42E}" dt="2025-10-21T16:25:21.272" v="12132" actId="1076"/>
          <ac:picMkLst>
            <pc:docMk/>
            <pc:sldMk cId="1973873985" sldId="376"/>
            <ac:picMk id="10" creationId="{78717686-EBC3-5B8A-55F6-54BEBC48D12D}"/>
          </ac:picMkLst>
        </pc:picChg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1316903218" sldId="377"/>
        </pc:sldMkLst>
      </pc:sldChg>
      <pc:sldChg chg="modSp add mod">
        <pc:chgData name="Ricardo Fernandes" userId="cf37fd8b0d3c9e95" providerId="LiveId" clId="{A4F44D94-3E07-43B7-B685-2636B760A42E}" dt="2025-10-21T16:30:47.082" v="12713" actId="313"/>
        <pc:sldMkLst>
          <pc:docMk/>
          <pc:sldMk cId="3482915415" sldId="377"/>
        </pc:sldMkLst>
        <pc:spChg chg="mod">
          <ac:chgData name="Ricardo Fernandes" userId="cf37fd8b0d3c9e95" providerId="LiveId" clId="{A4F44D94-3E07-43B7-B685-2636B760A42E}" dt="2025-10-21T16:30:47.082" v="12713" actId="313"/>
          <ac:spMkLst>
            <pc:docMk/>
            <pc:sldMk cId="3482915415" sldId="377"/>
            <ac:spMk id="19" creationId="{860F63C7-2C47-480F-4B4E-F2FB97ED9319}"/>
          </ac:spMkLst>
        </pc:spChg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798739074" sldId="378"/>
        </pc:sldMkLst>
      </pc:sldChg>
      <pc:sldChg chg="addSp delSp modSp add mod">
        <pc:chgData name="Ricardo Fernandes" userId="cf37fd8b0d3c9e95" providerId="LiveId" clId="{A4F44D94-3E07-43B7-B685-2636B760A42E}" dt="2025-10-21T16:36:04.678" v="13360" actId="20577"/>
        <pc:sldMkLst>
          <pc:docMk/>
          <pc:sldMk cId="2925540827" sldId="378"/>
        </pc:sldMkLst>
        <pc:spChg chg="mod">
          <ac:chgData name="Ricardo Fernandes" userId="cf37fd8b0d3c9e95" providerId="LiveId" clId="{A4F44D94-3E07-43B7-B685-2636B760A42E}" dt="2025-10-21T16:36:04.678" v="13360" actId="20577"/>
          <ac:spMkLst>
            <pc:docMk/>
            <pc:sldMk cId="2925540827" sldId="378"/>
            <ac:spMk id="19" creationId="{8AB56706-BAF3-59C7-ED04-72015A26B832}"/>
          </ac:spMkLst>
        </pc:spChg>
        <pc:spChg chg="mod">
          <ac:chgData name="Ricardo Fernandes" userId="cf37fd8b0d3c9e95" providerId="LiveId" clId="{A4F44D94-3E07-43B7-B685-2636B760A42E}" dt="2025-10-21T16:31:00.246" v="12732" actId="20577"/>
          <ac:spMkLst>
            <pc:docMk/>
            <pc:sldMk cId="2925540827" sldId="378"/>
            <ac:spMk id="9229" creationId="{BC11FBE8-EBAE-60AD-A231-27038454402F}"/>
          </ac:spMkLst>
        </pc:spChg>
        <pc:picChg chg="add del mod">
          <ac:chgData name="Ricardo Fernandes" userId="cf37fd8b0d3c9e95" providerId="LiveId" clId="{A4F44D94-3E07-43B7-B685-2636B760A42E}" dt="2025-10-21T16:31:42.996" v="12737" actId="478"/>
          <ac:picMkLst>
            <pc:docMk/>
            <pc:sldMk cId="2925540827" sldId="378"/>
            <ac:picMk id="6" creationId="{A405B5C2-1C02-1074-7AF7-64AD6C18EDE9}"/>
          </ac:picMkLst>
        </pc:picChg>
        <pc:picChg chg="del">
          <ac:chgData name="Ricardo Fernandes" userId="cf37fd8b0d3c9e95" providerId="LiveId" clId="{A4F44D94-3E07-43B7-B685-2636B760A42E}" dt="2025-10-21T16:31:01.667" v="12733" actId="478"/>
          <ac:picMkLst>
            <pc:docMk/>
            <pc:sldMk cId="2925540827" sldId="378"/>
            <ac:picMk id="10" creationId="{CA160863-E9DD-B5D4-7CB2-427D3FAF8D6E}"/>
          </ac:picMkLst>
        </pc:picChg>
        <pc:picChg chg="add mod">
          <ac:chgData name="Ricardo Fernandes" userId="cf37fd8b0d3c9e95" providerId="LiveId" clId="{A4F44D94-3E07-43B7-B685-2636B760A42E}" dt="2025-10-21T16:31:57.613" v="12739" actId="1076"/>
          <ac:picMkLst>
            <pc:docMk/>
            <pc:sldMk cId="2925540827" sldId="378"/>
            <ac:picMk id="12" creationId="{4AAA2407-0857-FD3F-F7FE-EC3A028818A1}"/>
          </ac:picMkLst>
        </pc:picChg>
      </pc:sldChg>
      <pc:sldChg chg="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855344810" sldId="379"/>
        </pc:sldMkLst>
      </pc:sldChg>
      <pc:sldChg chg="addSp delSp modSp add mod">
        <pc:chgData name="Ricardo Fernandes" userId="cf37fd8b0d3c9e95" providerId="LiveId" clId="{A4F44D94-3E07-43B7-B685-2636B760A42E}" dt="2025-10-21T20:23:57.364" v="13693" actId="20577"/>
        <pc:sldMkLst>
          <pc:docMk/>
          <pc:sldMk cId="2201291070" sldId="379"/>
        </pc:sldMkLst>
        <pc:spChg chg="mod">
          <ac:chgData name="Ricardo Fernandes" userId="cf37fd8b0d3c9e95" providerId="LiveId" clId="{A4F44D94-3E07-43B7-B685-2636B760A42E}" dt="2025-10-21T20:23:57.364" v="13693" actId="20577"/>
          <ac:spMkLst>
            <pc:docMk/>
            <pc:sldMk cId="2201291070" sldId="379"/>
            <ac:spMk id="19" creationId="{E9452BB0-7F0F-4D1B-621B-AACE08278AFB}"/>
          </ac:spMkLst>
        </pc:spChg>
        <pc:spChg chg="mod">
          <ac:chgData name="Ricardo Fernandes" userId="cf37fd8b0d3c9e95" providerId="LiveId" clId="{A4F44D94-3E07-43B7-B685-2636B760A42E}" dt="2025-10-21T16:36:27.502" v="13386" actId="20577"/>
          <ac:spMkLst>
            <pc:docMk/>
            <pc:sldMk cId="2201291070" sldId="379"/>
            <ac:spMk id="9229" creationId="{FB9922B5-A2E0-CDD7-7CCA-18A4704AD37A}"/>
          </ac:spMkLst>
        </pc:spChg>
        <pc:picChg chg="add mod">
          <ac:chgData name="Ricardo Fernandes" userId="cf37fd8b0d3c9e95" providerId="LiveId" clId="{A4F44D94-3E07-43B7-B685-2636B760A42E}" dt="2025-10-21T20:19:10.131" v="13388" actId="1076"/>
          <ac:picMkLst>
            <pc:docMk/>
            <pc:sldMk cId="2201291070" sldId="379"/>
            <ac:picMk id="6" creationId="{C1B56DFC-10D1-8D88-6D1D-C37EF8FC6372}"/>
          </ac:picMkLst>
        </pc:picChg>
        <pc:picChg chg="del">
          <ac:chgData name="Ricardo Fernandes" userId="cf37fd8b0d3c9e95" providerId="LiveId" clId="{A4F44D94-3E07-43B7-B685-2636B760A42E}" dt="2025-10-21T16:36:19.303" v="13373" actId="478"/>
          <ac:picMkLst>
            <pc:docMk/>
            <pc:sldMk cId="2201291070" sldId="379"/>
            <ac:picMk id="12" creationId="{4192F0D8-19A0-90D4-D8C0-C989A5F9A923}"/>
          </ac:picMkLst>
        </pc:picChg>
      </pc:sldChg>
      <pc:sldChg chg="add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993062561" sldId="380"/>
        </pc:sldMkLst>
      </pc:sldChg>
      <pc:sldChg chg="addSp delSp modSp add mod">
        <pc:chgData name="Ricardo Fernandes" userId="cf37fd8b0d3c9e95" providerId="LiveId" clId="{A4F44D94-3E07-43B7-B685-2636B760A42E}" dt="2025-10-21T20:25:28.845" v="13862" actId="1076"/>
        <pc:sldMkLst>
          <pc:docMk/>
          <pc:sldMk cId="4281541532" sldId="380"/>
        </pc:sldMkLst>
        <pc:spChg chg="mod">
          <ac:chgData name="Ricardo Fernandes" userId="cf37fd8b0d3c9e95" providerId="LiveId" clId="{A4F44D94-3E07-43B7-B685-2636B760A42E}" dt="2025-10-21T20:25:27.567" v="13861" actId="20577"/>
          <ac:spMkLst>
            <pc:docMk/>
            <pc:sldMk cId="4281541532" sldId="380"/>
            <ac:spMk id="19" creationId="{9D4184F5-3081-9DE2-A79C-03015C45A931}"/>
          </ac:spMkLst>
        </pc:spChg>
        <pc:picChg chg="del">
          <ac:chgData name="Ricardo Fernandes" userId="cf37fd8b0d3c9e95" providerId="LiveId" clId="{A4F44D94-3E07-43B7-B685-2636B760A42E}" dt="2025-10-21T20:24:33.235" v="13695" actId="478"/>
          <ac:picMkLst>
            <pc:docMk/>
            <pc:sldMk cId="4281541532" sldId="380"/>
            <ac:picMk id="6" creationId="{815CAA6C-1C3E-4D2F-71A6-569AFCB8DB60}"/>
          </ac:picMkLst>
        </pc:picChg>
        <pc:picChg chg="add mod">
          <ac:chgData name="Ricardo Fernandes" userId="cf37fd8b0d3c9e95" providerId="LiveId" clId="{A4F44D94-3E07-43B7-B685-2636B760A42E}" dt="2025-10-21T20:25:28.845" v="13862" actId="1076"/>
          <ac:picMkLst>
            <pc:docMk/>
            <pc:sldMk cId="4281541532" sldId="380"/>
            <ac:picMk id="10" creationId="{5479FB46-01CD-3B94-5B8A-3899C129CF4C}"/>
          </ac:picMkLst>
        </pc:picChg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1762881727" sldId="381"/>
        </pc:sldMkLst>
      </pc:sldChg>
      <pc:sldChg chg="addSp delSp modSp add mod">
        <pc:chgData name="Ricardo Fernandes" userId="cf37fd8b0d3c9e95" providerId="LiveId" clId="{A4F44D94-3E07-43B7-B685-2636B760A42E}" dt="2025-10-21T20:40:20.970" v="14426" actId="20577"/>
        <pc:sldMkLst>
          <pc:docMk/>
          <pc:sldMk cId="3358553975" sldId="381"/>
        </pc:sldMkLst>
        <pc:spChg chg="del">
          <ac:chgData name="Ricardo Fernandes" userId="cf37fd8b0d3c9e95" providerId="LiveId" clId="{A4F44D94-3E07-43B7-B685-2636B760A42E}" dt="2025-10-21T20:36:05.491" v="14119" actId="478"/>
          <ac:spMkLst>
            <pc:docMk/>
            <pc:sldMk cId="3358553975" sldId="381"/>
            <ac:spMk id="14" creationId="{1670A349-0535-48CF-027E-CFA03464A39D}"/>
          </ac:spMkLst>
        </pc:spChg>
        <pc:spChg chg="mod">
          <ac:chgData name="Ricardo Fernandes" userId="cf37fd8b0d3c9e95" providerId="LiveId" clId="{A4F44D94-3E07-43B7-B685-2636B760A42E}" dt="2025-10-21T20:40:20.970" v="14426" actId="20577"/>
          <ac:spMkLst>
            <pc:docMk/>
            <pc:sldMk cId="3358553975" sldId="381"/>
            <ac:spMk id="19" creationId="{FD59495A-EAFE-2561-E73A-FC5806882CD6}"/>
          </ac:spMkLst>
        </pc:spChg>
        <pc:picChg chg="add mod">
          <ac:chgData name="Ricardo Fernandes" userId="cf37fd8b0d3c9e95" providerId="LiveId" clId="{A4F44D94-3E07-43B7-B685-2636B760A42E}" dt="2025-10-21T20:27:17.032" v="13868" actId="1076"/>
          <ac:picMkLst>
            <pc:docMk/>
            <pc:sldMk cId="3358553975" sldId="381"/>
            <ac:picMk id="6" creationId="{DF592129-C705-AD69-B38E-38CBD4C7C8DD}"/>
          </ac:picMkLst>
        </pc:picChg>
        <pc:picChg chg="del">
          <ac:chgData name="Ricardo Fernandes" userId="cf37fd8b0d3c9e95" providerId="LiveId" clId="{A4F44D94-3E07-43B7-B685-2636B760A42E}" dt="2025-10-21T20:27:00.017" v="13864" actId="478"/>
          <ac:picMkLst>
            <pc:docMk/>
            <pc:sldMk cId="3358553975" sldId="381"/>
            <ac:picMk id="10" creationId="{06B91A00-6381-39D3-8B7F-EFB78AB2E957}"/>
          </ac:picMkLst>
        </pc:picChg>
      </pc:sldChg>
      <pc:sldChg chg="addSp delSp modSp add del mod">
        <pc:chgData name="Ricardo Fernandes" userId="cf37fd8b0d3c9e95" providerId="LiveId" clId="{A4F44D94-3E07-43B7-B685-2636B760A42E}" dt="2025-10-21T14:13:13.543" v="7028" actId="47"/>
        <pc:sldMkLst>
          <pc:docMk/>
          <pc:sldMk cId="1521841324" sldId="382"/>
        </pc:sldMkLst>
      </pc:sldChg>
      <pc:sldChg chg="addSp delSp modSp add mod">
        <pc:chgData name="Ricardo Fernandes" userId="cf37fd8b0d3c9e95" providerId="LiveId" clId="{A4F44D94-3E07-43B7-B685-2636B760A42E}" dt="2025-10-21T20:45:23.007" v="14994" actId="20577"/>
        <pc:sldMkLst>
          <pc:docMk/>
          <pc:sldMk cId="2190956420" sldId="382"/>
        </pc:sldMkLst>
        <pc:spChg chg="mod">
          <ac:chgData name="Ricardo Fernandes" userId="cf37fd8b0d3c9e95" providerId="LiveId" clId="{A4F44D94-3E07-43B7-B685-2636B760A42E}" dt="2025-10-21T20:45:23.007" v="14994" actId="20577"/>
          <ac:spMkLst>
            <pc:docMk/>
            <pc:sldMk cId="2190956420" sldId="382"/>
            <ac:spMk id="19" creationId="{F003AD6E-365F-EF9E-EF8E-A4C9832B71DE}"/>
          </ac:spMkLst>
        </pc:spChg>
        <pc:picChg chg="del">
          <ac:chgData name="Ricardo Fernandes" userId="cf37fd8b0d3c9e95" providerId="LiveId" clId="{A4F44D94-3E07-43B7-B685-2636B760A42E}" dt="2025-10-21T20:40:24.303" v="14428" actId="478"/>
          <ac:picMkLst>
            <pc:docMk/>
            <pc:sldMk cId="2190956420" sldId="382"/>
            <ac:picMk id="6" creationId="{E871E487-7B4A-DB00-E839-6AC25E37754A}"/>
          </ac:picMkLst>
        </pc:picChg>
        <pc:picChg chg="add mod">
          <ac:chgData name="Ricardo Fernandes" userId="cf37fd8b0d3c9e95" providerId="LiveId" clId="{A4F44D94-3E07-43B7-B685-2636B760A42E}" dt="2025-10-21T20:44:23.101" v="14812" actId="1076"/>
          <ac:picMkLst>
            <pc:docMk/>
            <pc:sldMk cId="2190956420" sldId="382"/>
            <ac:picMk id="10" creationId="{369C9965-A56F-300D-CF9B-51B2660F56EB}"/>
          </ac:picMkLst>
        </pc:picChg>
      </pc:sldChg>
      <pc:sldChg chg="addSp delSp modSp add mod">
        <pc:chgData name="Ricardo Fernandes" userId="cf37fd8b0d3c9e95" providerId="LiveId" clId="{A4F44D94-3E07-43B7-B685-2636B760A42E}" dt="2025-10-21T20:52:52.546" v="15357" actId="20577"/>
        <pc:sldMkLst>
          <pc:docMk/>
          <pc:sldMk cId="1258681660" sldId="383"/>
        </pc:sldMkLst>
        <pc:spChg chg="mod">
          <ac:chgData name="Ricardo Fernandes" userId="cf37fd8b0d3c9e95" providerId="LiveId" clId="{A4F44D94-3E07-43B7-B685-2636B760A42E}" dt="2025-10-21T20:52:52.546" v="15357" actId="20577"/>
          <ac:spMkLst>
            <pc:docMk/>
            <pc:sldMk cId="1258681660" sldId="383"/>
            <ac:spMk id="19" creationId="{FBFD9FF2-B8F4-5B42-4B40-96BEFEDEFC35}"/>
          </ac:spMkLst>
        </pc:spChg>
        <pc:spChg chg="mod">
          <ac:chgData name="Ricardo Fernandes" userId="cf37fd8b0d3c9e95" providerId="LiveId" clId="{A4F44D94-3E07-43B7-B685-2636B760A42E}" dt="2025-10-21T20:45:31.718" v="15002" actId="20577"/>
          <ac:spMkLst>
            <pc:docMk/>
            <pc:sldMk cId="1258681660" sldId="383"/>
            <ac:spMk id="9229" creationId="{CE52FB02-6054-F69E-38D6-2AF469277F98}"/>
          </ac:spMkLst>
        </pc:spChg>
        <pc:picChg chg="add mod">
          <ac:chgData name="Ricardo Fernandes" userId="cf37fd8b0d3c9e95" providerId="LiveId" clId="{A4F44D94-3E07-43B7-B685-2636B760A42E}" dt="2025-10-21T20:45:51.912" v="15006" actId="1076"/>
          <ac:picMkLst>
            <pc:docMk/>
            <pc:sldMk cId="1258681660" sldId="383"/>
            <ac:picMk id="6" creationId="{64E6769B-30A6-9CDA-D5A9-34B3AD634204}"/>
          </ac:picMkLst>
        </pc:picChg>
        <pc:picChg chg="del">
          <ac:chgData name="Ricardo Fernandes" userId="cf37fd8b0d3c9e95" providerId="LiveId" clId="{A4F44D94-3E07-43B7-B685-2636B760A42E}" dt="2025-10-21T20:45:35.053" v="15004" actId="478"/>
          <ac:picMkLst>
            <pc:docMk/>
            <pc:sldMk cId="1258681660" sldId="383"/>
            <ac:picMk id="10" creationId="{F90948A5-4EFE-A12A-3B99-5615160BEB8E}"/>
          </ac:picMkLst>
        </pc:picChg>
      </pc:sldChg>
      <pc:sldChg chg="addSp delSp modSp add mod">
        <pc:chgData name="Ricardo Fernandes" userId="cf37fd8b0d3c9e95" providerId="LiveId" clId="{A4F44D94-3E07-43B7-B685-2636B760A42E}" dt="2025-10-21T21:00:31.051" v="15864" actId="1076"/>
        <pc:sldMkLst>
          <pc:docMk/>
          <pc:sldMk cId="2813509818" sldId="384"/>
        </pc:sldMkLst>
        <pc:spChg chg="mod">
          <ac:chgData name="Ricardo Fernandes" userId="cf37fd8b0d3c9e95" providerId="LiveId" clId="{A4F44D94-3E07-43B7-B685-2636B760A42E}" dt="2025-10-21T21:00:27.677" v="15863" actId="20577"/>
          <ac:spMkLst>
            <pc:docMk/>
            <pc:sldMk cId="2813509818" sldId="384"/>
            <ac:spMk id="19" creationId="{8E8BE7FB-A546-A733-7F41-23AA38009A0C}"/>
          </ac:spMkLst>
        </pc:spChg>
        <pc:spChg chg="mod">
          <ac:chgData name="Ricardo Fernandes" userId="cf37fd8b0d3c9e95" providerId="LiveId" clId="{A4F44D94-3E07-43B7-B685-2636B760A42E}" dt="2025-10-21T20:59:32.829" v="15827" actId="20577"/>
          <ac:spMkLst>
            <pc:docMk/>
            <pc:sldMk cId="2813509818" sldId="384"/>
            <ac:spMk id="9229" creationId="{350465E9-4F86-06F7-7BB5-EBE18ED563CC}"/>
          </ac:spMkLst>
        </pc:spChg>
        <pc:picChg chg="del">
          <ac:chgData name="Ricardo Fernandes" userId="cf37fd8b0d3c9e95" providerId="LiveId" clId="{A4F44D94-3E07-43B7-B685-2636B760A42E}" dt="2025-10-21T20:53:12.496" v="15359" actId="478"/>
          <ac:picMkLst>
            <pc:docMk/>
            <pc:sldMk cId="2813509818" sldId="384"/>
            <ac:picMk id="6" creationId="{0AC1DC36-B7A7-FA5E-12E6-9FFF42150572}"/>
          </ac:picMkLst>
        </pc:picChg>
        <pc:picChg chg="add del mod">
          <ac:chgData name="Ricardo Fernandes" userId="cf37fd8b0d3c9e95" providerId="LiveId" clId="{A4F44D94-3E07-43B7-B685-2636B760A42E}" dt="2025-10-21T20:59:49.553" v="15833" actId="478"/>
          <ac:picMkLst>
            <pc:docMk/>
            <pc:sldMk cId="2813509818" sldId="384"/>
            <ac:picMk id="10" creationId="{E04734D8-B6D4-0E62-8C43-0F20691804F5}"/>
          </ac:picMkLst>
        </pc:picChg>
        <pc:picChg chg="add mod">
          <ac:chgData name="Ricardo Fernandes" userId="cf37fd8b0d3c9e95" providerId="LiveId" clId="{A4F44D94-3E07-43B7-B685-2636B760A42E}" dt="2025-10-21T21:00:19.849" v="15844" actId="1076"/>
          <ac:picMkLst>
            <pc:docMk/>
            <pc:sldMk cId="2813509818" sldId="384"/>
            <ac:picMk id="12" creationId="{2EF1AB27-6388-0FD5-C3AC-F19FE3CCAFF2}"/>
          </ac:picMkLst>
        </pc:picChg>
        <pc:picChg chg="add mod">
          <ac:chgData name="Ricardo Fernandes" userId="cf37fd8b0d3c9e95" providerId="LiveId" clId="{A4F44D94-3E07-43B7-B685-2636B760A42E}" dt="2025-10-21T21:00:31.051" v="15864" actId="1076"/>
          <ac:picMkLst>
            <pc:docMk/>
            <pc:sldMk cId="2813509818" sldId="384"/>
            <ac:picMk id="15" creationId="{63AA3FC8-76EC-AB9A-F41D-15A1EDF73E4F}"/>
          </ac:picMkLst>
        </pc:picChg>
      </pc:sldChg>
      <pc:sldChg chg="add ord">
        <pc:chgData name="Ricardo Fernandes" userId="cf37fd8b0d3c9e95" providerId="LiveId" clId="{A4F44D94-3E07-43B7-B685-2636B760A42E}" dt="2025-10-21T20:59:45.523" v="15831"/>
        <pc:sldMkLst>
          <pc:docMk/>
          <pc:sldMk cId="1817021511" sldId="385"/>
        </pc:sldMkLst>
      </pc:sldChg>
      <pc:sldChg chg="addSp delSp modSp add mod">
        <pc:chgData name="Ricardo Fernandes" userId="cf37fd8b0d3c9e95" providerId="LiveId" clId="{A4F44D94-3E07-43B7-B685-2636B760A42E}" dt="2025-10-22T09:24:56.092" v="16159" actId="20577"/>
        <pc:sldMkLst>
          <pc:docMk/>
          <pc:sldMk cId="3306488582" sldId="386"/>
        </pc:sldMkLst>
        <pc:spChg chg="add mod">
          <ac:chgData name="Ricardo Fernandes" userId="cf37fd8b0d3c9e95" providerId="LiveId" clId="{A4F44D94-3E07-43B7-B685-2636B760A42E}" dt="2025-10-21T22:50:20.537" v="15917" actId="20577"/>
          <ac:spMkLst>
            <pc:docMk/>
            <pc:sldMk cId="3306488582" sldId="386"/>
            <ac:spMk id="4" creationId="{2325CD35-1D9D-4F1A-9D5E-78BF55B74E06}"/>
          </ac:spMkLst>
        </pc:spChg>
        <pc:spChg chg="mod">
          <ac:chgData name="Ricardo Fernandes" userId="cf37fd8b0d3c9e95" providerId="LiveId" clId="{A4F44D94-3E07-43B7-B685-2636B760A42E}" dt="2025-10-22T09:24:56.092" v="16159" actId="20577"/>
          <ac:spMkLst>
            <pc:docMk/>
            <pc:sldMk cId="3306488582" sldId="386"/>
            <ac:spMk id="19" creationId="{6A022BBC-3D19-B654-AB1F-4C90B40D1752}"/>
          </ac:spMkLst>
        </pc:spChg>
        <pc:spChg chg="mod">
          <ac:chgData name="Ricardo Fernandes" userId="cf37fd8b0d3c9e95" providerId="LiveId" clId="{A4F44D94-3E07-43B7-B685-2636B760A42E}" dt="2025-10-22T09:22:51.183" v="15929" actId="20577"/>
          <ac:spMkLst>
            <pc:docMk/>
            <pc:sldMk cId="3306488582" sldId="386"/>
            <ac:spMk id="9229" creationId="{20C92C00-C779-A5AF-4427-2E8096CF5B49}"/>
          </ac:spMkLst>
        </pc:spChg>
        <pc:picChg chg="add mod">
          <ac:chgData name="Ricardo Fernandes" userId="cf37fd8b0d3c9e95" providerId="LiveId" clId="{A4F44D94-3E07-43B7-B685-2636B760A42E}" dt="2025-10-22T09:23:22.982" v="15935" actId="1076"/>
          <ac:picMkLst>
            <pc:docMk/>
            <pc:sldMk cId="3306488582" sldId="386"/>
            <ac:picMk id="10" creationId="{F50FE244-7207-689D-7488-D214C67EBFFF}"/>
          </ac:picMkLst>
        </pc:picChg>
        <pc:picChg chg="del">
          <ac:chgData name="Ricardo Fernandes" userId="cf37fd8b0d3c9e95" providerId="LiveId" clId="{A4F44D94-3E07-43B7-B685-2636B760A42E}" dt="2025-10-21T22:50:01.162" v="15911" actId="478"/>
          <ac:picMkLst>
            <pc:docMk/>
            <pc:sldMk cId="3306488582" sldId="386"/>
            <ac:picMk id="12" creationId="{D4AEDDF0-730E-89A9-F3EF-10D0E02FB5FE}"/>
          </ac:picMkLst>
        </pc:picChg>
        <pc:picChg chg="del">
          <ac:chgData name="Ricardo Fernandes" userId="cf37fd8b0d3c9e95" providerId="LiveId" clId="{A4F44D94-3E07-43B7-B685-2636B760A42E}" dt="2025-10-21T22:50:03.991" v="15913" actId="478"/>
          <ac:picMkLst>
            <pc:docMk/>
            <pc:sldMk cId="3306488582" sldId="386"/>
            <ac:picMk id="15" creationId="{90CABF6C-1A0D-C506-BCF1-95019AA583E7}"/>
          </ac:picMkLst>
        </pc:picChg>
      </pc:sldChg>
      <pc:sldChg chg="addSp delSp modSp add mod">
        <pc:chgData name="Ricardo Fernandes" userId="cf37fd8b0d3c9e95" providerId="LiveId" clId="{A4F44D94-3E07-43B7-B685-2636B760A42E}" dt="2025-10-22T09:26:39.354" v="16383" actId="20577"/>
        <pc:sldMkLst>
          <pc:docMk/>
          <pc:sldMk cId="2444288481" sldId="387"/>
        </pc:sldMkLst>
        <pc:spChg chg="mod">
          <ac:chgData name="Ricardo Fernandes" userId="cf37fd8b0d3c9e95" providerId="LiveId" clId="{A4F44D94-3E07-43B7-B685-2636B760A42E}" dt="2025-10-22T09:26:39.354" v="16383" actId="20577"/>
          <ac:spMkLst>
            <pc:docMk/>
            <pc:sldMk cId="2444288481" sldId="387"/>
            <ac:spMk id="19" creationId="{9890E1F8-8622-15F0-1816-3F2D95014CF3}"/>
          </ac:spMkLst>
        </pc:spChg>
        <pc:spChg chg="mod">
          <ac:chgData name="Ricardo Fernandes" userId="cf37fd8b0d3c9e95" providerId="LiveId" clId="{A4F44D94-3E07-43B7-B685-2636B760A42E}" dt="2025-10-22T09:25:06.311" v="16175" actId="20577"/>
          <ac:spMkLst>
            <pc:docMk/>
            <pc:sldMk cId="2444288481" sldId="387"/>
            <ac:spMk id="9229" creationId="{A3D1D4BF-06AA-0B03-48F4-8C08494C0F10}"/>
          </ac:spMkLst>
        </pc:spChg>
        <pc:picChg chg="del">
          <ac:chgData name="Ricardo Fernandes" userId="cf37fd8b0d3c9e95" providerId="LiveId" clId="{A4F44D94-3E07-43B7-B685-2636B760A42E}" dt="2025-10-22T09:25:02.031" v="16161" actId="478"/>
          <ac:picMkLst>
            <pc:docMk/>
            <pc:sldMk cId="2444288481" sldId="387"/>
            <ac:picMk id="10" creationId="{080F3037-5919-BF02-9587-D2DF4E0162E6}"/>
          </ac:picMkLst>
        </pc:picChg>
        <pc:picChg chg="add mod">
          <ac:chgData name="Ricardo Fernandes" userId="cf37fd8b0d3c9e95" providerId="LiveId" clId="{A4F44D94-3E07-43B7-B685-2636B760A42E}" dt="2025-10-22T09:25:37.100" v="16177" actId="1076"/>
          <ac:picMkLst>
            <pc:docMk/>
            <pc:sldMk cId="2444288481" sldId="387"/>
            <ac:picMk id="11" creationId="{4A186DD9-9746-77CE-B186-49F41D133211}"/>
          </ac:picMkLst>
        </pc:picChg>
      </pc:sldChg>
      <pc:sldChg chg="addSp delSp modSp add mod">
        <pc:chgData name="Ricardo Fernandes" userId="cf37fd8b0d3c9e95" providerId="LiveId" clId="{A4F44D94-3E07-43B7-B685-2636B760A42E}" dt="2025-10-22T09:29:55.415" v="16618" actId="20577"/>
        <pc:sldMkLst>
          <pc:docMk/>
          <pc:sldMk cId="4160600467" sldId="388"/>
        </pc:sldMkLst>
        <pc:spChg chg="mod">
          <ac:chgData name="Ricardo Fernandes" userId="cf37fd8b0d3c9e95" providerId="LiveId" clId="{A4F44D94-3E07-43B7-B685-2636B760A42E}" dt="2025-10-22T09:29:55.415" v="16618" actId="20577"/>
          <ac:spMkLst>
            <pc:docMk/>
            <pc:sldMk cId="4160600467" sldId="388"/>
            <ac:spMk id="19" creationId="{1FCF9A9D-3CDA-55CA-76E6-F5D36796EAB1}"/>
          </ac:spMkLst>
        </pc:spChg>
        <pc:picChg chg="add mod">
          <ac:chgData name="Ricardo Fernandes" userId="cf37fd8b0d3c9e95" providerId="LiveId" clId="{A4F44D94-3E07-43B7-B685-2636B760A42E}" dt="2025-10-22T09:27:19.674" v="16389" actId="1076"/>
          <ac:picMkLst>
            <pc:docMk/>
            <pc:sldMk cId="4160600467" sldId="388"/>
            <ac:picMk id="10" creationId="{BFAFB8CC-C173-808B-8F8F-2E244DF2587B}"/>
          </ac:picMkLst>
        </pc:picChg>
        <pc:picChg chg="del">
          <ac:chgData name="Ricardo Fernandes" userId="cf37fd8b0d3c9e95" providerId="LiveId" clId="{A4F44D94-3E07-43B7-B685-2636B760A42E}" dt="2025-10-22T09:27:01.835" v="16385" actId="478"/>
          <ac:picMkLst>
            <pc:docMk/>
            <pc:sldMk cId="4160600467" sldId="388"/>
            <ac:picMk id="11" creationId="{872AC66C-D4F3-BC78-3754-9CEAF708FE7B}"/>
          </ac:picMkLst>
        </pc:picChg>
      </pc:sldChg>
      <pc:sldChg chg="add">
        <pc:chgData name="Ricardo Fernandes" userId="cf37fd8b0d3c9e95" providerId="LiveId" clId="{A4F44D94-3E07-43B7-B685-2636B760A42E}" dt="2025-10-22T09:30:12.523" v="16619" actId="2890"/>
        <pc:sldMkLst>
          <pc:docMk/>
          <pc:sldMk cId="3637322833" sldId="389"/>
        </pc:sldMkLst>
      </pc:sldChg>
      <pc:sldChg chg="addSp delSp modSp add mod">
        <pc:chgData name="Ricardo Fernandes" userId="cf37fd8b0d3c9e95" providerId="LiveId" clId="{A4F44D94-3E07-43B7-B685-2636B760A42E}" dt="2025-10-22T09:35:37.686" v="16714" actId="20577"/>
        <pc:sldMkLst>
          <pc:docMk/>
          <pc:sldMk cId="2992592452" sldId="390"/>
        </pc:sldMkLst>
        <pc:spChg chg="del">
          <ac:chgData name="Ricardo Fernandes" userId="cf37fd8b0d3c9e95" providerId="LiveId" clId="{A4F44D94-3E07-43B7-B685-2636B760A42E}" dt="2025-10-22T09:31:35.532" v="16622" actId="478"/>
          <ac:spMkLst>
            <pc:docMk/>
            <pc:sldMk cId="2992592452" sldId="390"/>
            <ac:spMk id="4" creationId="{B70D775F-2566-7EB1-3DCD-24D02E2860AD}"/>
          </ac:spMkLst>
        </pc:spChg>
        <pc:spChg chg="mod">
          <ac:chgData name="Ricardo Fernandes" userId="cf37fd8b0d3c9e95" providerId="LiveId" clId="{A4F44D94-3E07-43B7-B685-2636B760A42E}" dt="2025-10-22T09:35:37.686" v="16714" actId="20577"/>
          <ac:spMkLst>
            <pc:docMk/>
            <pc:sldMk cId="2992592452" sldId="390"/>
            <ac:spMk id="19" creationId="{1BC2E1E9-4AB7-629A-3E11-E5DEB405224F}"/>
          </ac:spMkLst>
        </pc:spChg>
        <pc:spChg chg="mod">
          <ac:chgData name="Ricardo Fernandes" userId="cf37fd8b0d3c9e95" providerId="LiveId" clId="{A4F44D94-3E07-43B7-B685-2636B760A42E}" dt="2025-10-22T09:31:38.768" v="16624" actId="20577"/>
          <ac:spMkLst>
            <pc:docMk/>
            <pc:sldMk cId="2992592452" sldId="390"/>
            <ac:spMk id="9229" creationId="{AFF7B44C-99E4-FD02-ECF0-10BAF17950B3}"/>
          </ac:spMkLst>
        </pc:spChg>
        <pc:picChg chg="del">
          <ac:chgData name="Ricardo Fernandes" userId="cf37fd8b0d3c9e95" providerId="LiveId" clId="{A4F44D94-3E07-43B7-B685-2636B760A42E}" dt="2025-10-22T09:31:34.337" v="16621" actId="478"/>
          <ac:picMkLst>
            <pc:docMk/>
            <pc:sldMk cId="2992592452" sldId="390"/>
            <ac:picMk id="10" creationId="{44BD66B0-C876-0C0F-947B-3926656AE090}"/>
          </ac:picMkLst>
        </pc:picChg>
        <pc:picChg chg="add mod">
          <ac:chgData name="Ricardo Fernandes" userId="cf37fd8b0d3c9e95" providerId="LiveId" clId="{A4F44D94-3E07-43B7-B685-2636B760A42E}" dt="2025-10-22T09:34:43.719" v="16629" actId="1076"/>
          <ac:picMkLst>
            <pc:docMk/>
            <pc:sldMk cId="2992592452" sldId="390"/>
            <ac:picMk id="11" creationId="{B191B42F-C5FE-8506-37A6-EB96D9D030E9}"/>
          </ac:picMkLst>
        </pc:picChg>
        <pc:picChg chg="add mod">
          <ac:chgData name="Ricardo Fernandes" userId="cf37fd8b0d3c9e95" providerId="LiveId" clId="{A4F44D94-3E07-43B7-B685-2636B760A42E}" dt="2025-10-22T09:34:40.763" v="16628" actId="1076"/>
          <ac:picMkLst>
            <pc:docMk/>
            <pc:sldMk cId="2992592452" sldId="390"/>
            <ac:picMk id="14" creationId="{B4F6B08D-E98C-9BB0-E383-2422A0BD7DAA}"/>
          </ac:picMkLst>
        </pc:picChg>
        <pc:picChg chg="add mod">
          <ac:chgData name="Ricardo Fernandes" userId="cf37fd8b0d3c9e95" providerId="LiveId" clId="{A4F44D94-3E07-43B7-B685-2636B760A42E}" dt="2025-10-22T09:35:06.768" v="16631" actId="1076"/>
          <ac:picMkLst>
            <pc:docMk/>
            <pc:sldMk cId="2992592452" sldId="390"/>
            <ac:picMk id="16" creationId="{6A746D94-C65E-AD4A-C5A2-9FB84EC65E84}"/>
          </ac:picMkLst>
        </pc:picChg>
      </pc:sldChg>
      <pc:sldChg chg="add">
        <pc:chgData name="Ricardo Fernandes" userId="cf37fd8b0d3c9e95" providerId="LiveId" clId="{A4F44D94-3E07-43B7-B685-2636B760A42E}" dt="2025-10-22T09:35:42.315" v="16715" actId="2890"/>
        <pc:sldMkLst>
          <pc:docMk/>
          <pc:sldMk cId="3723297612" sldId="391"/>
        </pc:sldMkLst>
      </pc:sldChg>
      <pc:sldChg chg="addSp delSp modSp add mod">
        <pc:chgData name="Ricardo Fernandes" userId="cf37fd8b0d3c9e95" providerId="LiveId" clId="{A4F44D94-3E07-43B7-B685-2636B760A42E}" dt="2025-10-22T09:54:11.977" v="17001" actId="20577"/>
        <pc:sldMkLst>
          <pc:docMk/>
          <pc:sldMk cId="2185576885" sldId="392"/>
        </pc:sldMkLst>
        <pc:spChg chg="mod">
          <ac:chgData name="Ricardo Fernandes" userId="cf37fd8b0d3c9e95" providerId="LiveId" clId="{A4F44D94-3E07-43B7-B685-2636B760A42E}" dt="2025-10-22T09:54:11.977" v="17001" actId="20577"/>
          <ac:spMkLst>
            <pc:docMk/>
            <pc:sldMk cId="2185576885" sldId="392"/>
            <ac:spMk id="19" creationId="{4044F1B9-E368-1C3E-FEF3-EF27C9E67EDB}"/>
          </ac:spMkLst>
        </pc:spChg>
        <pc:spChg chg="mod">
          <ac:chgData name="Ricardo Fernandes" userId="cf37fd8b0d3c9e95" providerId="LiveId" clId="{A4F44D94-3E07-43B7-B685-2636B760A42E}" dt="2025-10-22T09:38:35.978" v="16720" actId="20577"/>
          <ac:spMkLst>
            <pc:docMk/>
            <pc:sldMk cId="2185576885" sldId="392"/>
            <ac:spMk id="9229" creationId="{D6A4A097-CA85-E7C5-1BB1-758A297E4E7F}"/>
          </ac:spMkLst>
        </pc:spChg>
        <pc:picChg chg="add mod">
          <ac:chgData name="Ricardo Fernandes" userId="cf37fd8b0d3c9e95" providerId="LiveId" clId="{A4F44D94-3E07-43B7-B685-2636B760A42E}" dt="2025-10-22T09:44:26.932" v="16988" actId="1076"/>
          <ac:picMkLst>
            <pc:docMk/>
            <pc:sldMk cId="2185576885" sldId="392"/>
            <ac:picMk id="6" creationId="{1A31B2AC-BE34-683C-1C8A-56F0592CAA44}"/>
          </ac:picMkLst>
        </pc:picChg>
        <pc:picChg chg="del">
          <ac:chgData name="Ricardo Fernandes" userId="cf37fd8b0d3c9e95" providerId="LiveId" clId="{A4F44D94-3E07-43B7-B685-2636B760A42E}" dt="2025-10-22T09:38:39.812" v="16723" actId="478"/>
          <ac:picMkLst>
            <pc:docMk/>
            <pc:sldMk cId="2185576885" sldId="392"/>
            <ac:picMk id="11" creationId="{5ECE3F84-9B09-EB47-42B0-4087E93A1850}"/>
          </ac:picMkLst>
        </pc:picChg>
        <pc:picChg chg="del">
          <ac:chgData name="Ricardo Fernandes" userId="cf37fd8b0d3c9e95" providerId="LiveId" clId="{A4F44D94-3E07-43B7-B685-2636B760A42E}" dt="2025-10-22T09:38:40.101" v="16724" actId="478"/>
          <ac:picMkLst>
            <pc:docMk/>
            <pc:sldMk cId="2185576885" sldId="392"/>
            <ac:picMk id="14" creationId="{C30EFF48-096B-8045-3C92-4242EC7BBC85}"/>
          </ac:picMkLst>
        </pc:picChg>
        <pc:picChg chg="del">
          <ac:chgData name="Ricardo Fernandes" userId="cf37fd8b0d3c9e95" providerId="LiveId" clId="{A4F44D94-3E07-43B7-B685-2636B760A42E}" dt="2025-10-22T09:38:38.327" v="16721" actId="478"/>
          <ac:picMkLst>
            <pc:docMk/>
            <pc:sldMk cId="2185576885" sldId="392"/>
            <ac:picMk id="16" creationId="{ABFC4888-DC0C-674E-09DD-8D09E73B13D1}"/>
          </ac:picMkLst>
        </pc:picChg>
      </pc:sldChg>
      <pc:sldChg chg="addSp delSp modSp add mod">
        <pc:chgData name="Ricardo Fernandes" userId="cf37fd8b0d3c9e95" providerId="LiveId" clId="{A4F44D94-3E07-43B7-B685-2636B760A42E}" dt="2025-10-22T09:59:27.862" v="17397" actId="1076"/>
        <pc:sldMkLst>
          <pc:docMk/>
          <pc:sldMk cId="3411187794" sldId="393"/>
        </pc:sldMkLst>
        <pc:spChg chg="mod">
          <ac:chgData name="Ricardo Fernandes" userId="cf37fd8b0d3c9e95" providerId="LiveId" clId="{A4F44D94-3E07-43B7-B685-2636B760A42E}" dt="2025-10-22T09:59:13.026" v="17394" actId="27636"/>
          <ac:spMkLst>
            <pc:docMk/>
            <pc:sldMk cId="3411187794" sldId="393"/>
            <ac:spMk id="19" creationId="{9F3DB781-AA6E-6949-0070-9E6A6641942E}"/>
          </ac:spMkLst>
        </pc:spChg>
        <pc:picChg chg="del">
          <ac:chgData name="Ricardo Fernandes" userId="cf37fd8b0d3c9e95" providerId="LiveId" clId="{A4F44D94-3E07-43B7-B685-2636B760A42E}" dt="2025-10-22T09:51:17.840" v="16990" actId="478"/>
          <ac:picMkLst>
            <pc:docMk/>
            <pc:sldMk cId="3411187794" sldId="393"/>
            <ac:picMk id="6" creationId="{24ED1F36-A01C-63AF-0FA3-667E3D5FFF87}"/>
          </ac:picMkLst>
        </pc:picChg>
        <pc:picChg chg="add del mod">
          <ac:chgData name="Ricardo Fernandes" userId="cf37fd8b0d3c9e95" providerId="LiveId" clId="{A4F44D94-3E07-43B7-B685-2636B760A42E}" dt="2025-10-22T09:59:25.840" v="17395" actId="478"/>
          <ac:picMkLst>
            <pc:docMk/>
            <pc:sldMk cId="3411187794" sldId="393"/>
            <ac:picMk id="10" creationId="{C5155A5E-230C-74BE-78D9-2492DABAF904}"/>
          </ac:picMkLst>
        </pc:picChg>
        <pc:picChg chg="add mod">
          <ac:chgData name="Ricardo Fernandes" userId="cf37fd8b0d3c9e95" providerId="LiveId" clId="{A4F44D94-3E07-43B7-B685-2636B760A42E}" dt="2025-10-22T09:59:27.862" v="17397" actId="1076"/>
          <ac:picMkLst>
            <pc:docMk/>
            <pc:sldMk cId="3411187794" sldId="393"/>
            <ac:picMk id="12" creationId="{2F24038F-90B2-DF60-E22B-85A917174915}"/>
          </ac:picMkLst>
        </pc:picChg>
      </pc:sldChg>
      <pc:sldChg chg="modSp add mod">
        <pc:chgData name="Ricardo Fernandes" userId="cf37fd8b0d3c9e95" providerId="LiveId" clId="{A4F44D94-3E07-43B7-B685-2636B760A42E}" dt="2025-10-22T10:01:57.689" v="17677" actId="115"/>
        <pc:sldMkLst>
          <pc:docMk/>
          <pc:sldMk cId="1104051396" sldId="394"/>
        </pc:sldMkLst>
        <pc:spChg chg="mod">
          <ac:chgData name="Ricardo Fernandes" userId="cf37fd8b0d3c9e95" providerId="LiveId" clId="{A4F44D94-3E07-43B7-B685-2636B760A42E}" dt="2025-10-22T10:01:57.689" v="17677" actId="115"/>
          <ac:spMkLst>
            <pc:docMk/>
            <pc:sldMk cId="1104051396" sldId="394"/>
            <ac:spMk id="19" creationId="{EE4024E9-AE28-1CF4-E017-E9F5D9F4CB5D}"/>
          </ac:spMkLst>
        </pc:spChg>
      </pc:sldChg>
      <pc:sldChg chg="addSp delSp modSp add mod">
        <pc:chgData name="Ricardo Fernandes" userId="cf37fd8b0d3c9e95" providerId="LiveId" clId="{A4F44D94-3E07-43B7-B685-2636B760A42E}" dt="2025-10-22T10:04:00.115" v="17908" actId="20577"/>
        <pc:sldMkLst>
          <pc:docMk/>
          <pc:sldMk cId="1348490942" sldId="395"/>
        </pc:sldMkLst>
        <pc:spChg chg="mod">
          <ac:chgData name="Ricardo Fernandes" userId="cf37fd8b0d3c9e95" providerId="LiveId" clId="{A4F44D94-3E07-43B7-B685-2636B760A42E}" dt="2025-10-22T10:04:00.115" v="17908" actId="20577"/>
          <ac:spMkLst>
            <pc:docMk/>
            <pc:sldMk cId="1348490942" sldId="395"/>
            <ac:spMk id="19" creationId="{420E5837-0FED-5DE1-CEF4-5B21D492F542}"/>
          </ac:spMkLst>
        </pc:spChg>
        <pc:picChg chg="add mod">
          <ac:chgData name="Ricardo Fernandes" userId="cf37fd8b0d3c9e95" providerId="LiveId" clId="{A4F44D94-3E07-43B7-B685-2636B760A42E}" dt="2025-10-22T10:02:16.671" v="17681" actId="1076"/>
          <ac:picMkLst>
            <pc:docMk/>
            <pc:sldMk cId="1348490942" sldId="395"/>
            <ac:picMk id="6" creationId="{F3BDEADD-ACDD-0A77-4163-55E724CC5F3C}"/>
          </ac:picMkLst>
        </pc:picChg>
        <pc:picChg chg="del">
          <ac:chgData name="Ricardo Fernandes" userId="cf37fd8b0d3c9e95" providerId="LiveId" clId="{A4F44D94-3E07-43B7-B685-2636B760A42E}" dt="2025-10-22T10:02:10.680" v="17679" actId="478"/>
          <ac:picMkLst>
            <pc:docMk/>
            <pc:sldMk cId="1348490942" sldId="395"/>
            <ac:picMk id="12" creationId="{7B00D8F8-BCCD-8671-B0D3-13D935839397}"/>
          </ac:picMkLst>
        </pc:picChg>
      </pc:sldChg>
      <pc:sldChg chg="delSp modSp add mod">
        <pc:chgData name="Ricardo Fernandes" userId="cf37fd8b0d3c9e95" providerId="LiveId" clId="{A4F44D94-3E07-43B7-B685-2636B760A42E}" dt="2025-10-22T10:09:44.562" v="18325" actId="15"/>
        <pc:sldMkLst>
          <pc:docMk/>
          <pc:sldMk cId="1711059509" sldId="396"/>
        </pc:sldMkLst>
        <pc:spChg chg="mod">
          <ac:chgData name="Ricardo Fernandes" userId="cf37fd8b0d3c9e95" providerId="LiveId" clId="{A4F44D94-3E07-43B7-B685-2636B760A42E}" dt="2025-10-22T10:09:44.562" v="18325" actId="15"/>
          <ac:spMkLst>
            <pc:docMk/>
            <pc:sldMk cId="1711059509" sldId="396"/>
            <ac:spMk id="19" creationId="{4166187B-464C-AB91-043A-72A0F1694A2A}"/>
          </ac:spMkLst>
        </pc:spChg>
        <pc:picChg chg="del">
          <ac:chgData name="Ricardo Fernandes" userId="cf37fd8b0d3c9e95" providerId="LiveId" clId="{A4F44D94-3E07-43B7-B685-2636B760A42E}" dt="2025-10-22T10:04:28.787" v="17910" actId="478"/>
          <ac:picMkLst>
            <pc:docMk/>
            <pc:sldMk cId="1711059509" sldId="396"/>
            <ac:picMk id="6" creationId="{61DAEEFC-4A18-1A3F-5691-9CF246B67386}"/>
          </ac:picMkLst>
        </pc:picChg>
      </pc:sldChg>
      <pc:sldChg chg="addSp modSp add mod">
        <pc:chgData name="Ricardo Fernandes" userId="cf37fd8b0d3c9e95" providerId="LiveId" clId="{A4F44D94-3E07-43B7-B685-2636B760A42E}" dt="2025-10-22T10:10:04.736" v="18329" actId="1076"/>
        <pc:sldMkLst>
          <pc:docMk/>
          <pc:sldMk cId="544462324" sldId="397"/>
        </pc:sldMkLst>
        <pc:spChg chg="mod">
          <ac:chgData name="Ricardo Fernandes" userId="cf37fd8b0d3c9e95" providerId="LiveId" clId="{A4F44D94-3E07-43B7-B685-2636B760A42E}" dt="2025-10-22T10:09:55.595" v="18327" actId="20577"/>
          <ac:spMkLst>
            <pc:docMk/>
            <pc:sldMk cId="544462324" sldId="397"/>
            <ac:spMk id="19" creationId="{E05220AD-5070-4734-AC57-A317C4FC7C65}"/>
          </ac:spMkLst>
        </pc:spChg>
        <pc:picChg chg="add mod">
          <ac:chgData name="Ricardo Fernandes" userId="cf37fd8b0d3c9e95" providerId="LiveId" clId="{A4F44D94-3E07-43B7-B685-2636B760A42E}" dt="2025-10-22T10:10:04.736" v="18329" actId="1076"/>
          <ac:picMkLst>
            <pc:docMk/>
            <pc:sldMk cId="544462324" sldId="397"/>
            <ac:picMk id="6" creationId="{CBFD7531-004B-A7C1-EE51-FA85D84328F7}"/>
          </ac:picMkLst>
        </pc:picChg>
      </pc:sldChg>
      <pc:sldChg chg="addSp delSp add mod">
        <pc:chgData name="Ricardo Fernandes" userId="cf37fd8b0d3c9e95" providerId="LiveId" clId="{A4F44D94-3E07-43B7-B685-2636B760A42E}" dt="2025-10-22T10:10:14.263" v="18332" actId="22"/>
        <pc:sldMkLst>
          <pc:docMk/>
          <pc:sldMk cId="4031165258" sldId="398"/>
        </pc:sldMkLst>
        <pc:picChg chg="del">
          <ac:chgData name="Ricardo Fernandes" userId="cf37fd8b0d3c9e95" providerId="LiveId" clId="{A4F44D94-3E07-43B7-B685-2636B760A42E}" dt="2025-10-22T10:10:14.011" v="18331" actId="478"/>
          <ac:picMkLst>
            <pc:docMk/>
            <pc:sldMk cId="4031165258" sldId="398"/>
            <ac:picMk id="6" creationId="{0AD9C962-6ADE-A01B-27CE-2559C9FEDCFA}"/>
          </ac:picMkLst>
        </pc:picChg>
        <pc:picChg chg="add">
          <ac:chgData name="Ricardo Fernandes" userId="cf37fd8b0d3c9e95" providerId="LiveId" clId="{A4F44D94-3E07-43B7-B685-2636B760A42E}" dt="2025-10-22T10:10:14.263" v="18332" actId="22"/>
          <ac:picMkLst>
            <pc:docMk/>
            <pc:sldMk cId="4031165258" sldId="398"/>
            <ac:picMk id="10" creationId="{3149F8B5-D45A-723D-D4D5-473756D39BFA}"/>
          </ac:picMkLst>
        </pc:picChg>
      </pc:sldChg>
      <pc:sldChg chg="addSp delSp modSp add mod ord">
        <pc:chgData name="Ricardo Fernandes" userId="cf37fd8b0d3c9e95" providerId="LiveId" clId="{A4F44D94-3E07-43B7-B685-2636B760A42E}" dt="2025-10-22T10:20:43.314" v="19080"/>
        <pc:sldMkLst>
          <pc:docMk/>
          <pc:sldMk cId="1045135601" sldId="399"/>
        </pc:sldMkLst>
        <pc:spChg chg="mod">
          <ac:chgData name="Ricardo Fernandes" userId="cf37fd8b0d3c9e95" providerId="LiveId" clId="{A4F44D94-3E07-43B7-B685-2636B760A42E}" dt="2025-10-22T10:14:47.036" v="18648" actId="2710"/>
          <ac:spMkLst>
            <pc:docMk/>
            <pc:sldMk cId="1045135601" sldId="399"/>
            <ac:spMk id="19" creationId="{805FF177-157D-C1EE-35C5-864723750CD9}"/>
          </ac:spMkLst>
        </pc:spChg>
        <pc:spChg chg="mod">
          <ac:chgData name="Ricardo Fernandes" userId="cf37fd8b0d3c9e95" providerId="LiveId" clId="{A4F44D94-3E07-43B7-B685-2636B760A42E}" dt="2025-10-22T10:10:41.910" v="18348" actId="20577"/>
          <ac:spMkLst>
            <pc:docMk/>
            <pc:sldMk cId="1045135601" sldId="399"/>
            <ac:spMk id="9229" creationId="{5CB184BB-F75B-C445-B621-8BB3BAEB269D}"/>
          </ac:spMkLst>
        </pc:spChg>
        <pc:picChg chg="add mod">
          <ac:chgData name="Ricardo Fernandes" userId="cf37fd8b0d3c9e95" providerId="LiveId" clId="{A4F44D94-3E07-43B7-B685-2636B760A42E}" dt="2025-10-22T10:11:32.932" v="18351" actId="1076"/>
          <ac:picMkLst>
            <pc:docMk/>
            <pc:sldMk cId="1045135601" sldId="399"/>
            <ac:picMk id="6" creationId="{B5A8DB03-7C32-2CE3-7AEA-1C2DF3C145D6}"/>
          </ac:picMkLst>
        </pc:picChg>
        <pc:picChg chg="del">
          <ac:chgData name="Ricardo Fernandes" userId="cf37fd8b0d3c9e95" providerId="LiveId" clId="{A4F44D94-3E07-43B7-B685-2636B760A42E}" dt="2025-10-22T10:10:46.382" v="18349" actId="478"/>
          <ac:picMkLst>
            <pc:docMk/>
            <pc:sldMk cId="1045135601" sldId="399"/>
            <ac:picMk id="10" creationId="{9A68CDBA-33C2-60ED-FE5D-E6BB00312A6F}"/>
          </ac:picMkLst>
        </pc:picChg>
      </pc:sldChg>
      <pc:sldChg chg="addSp delSp modSp add mod ord">
        <pc:chgData name="Ricardo Fernandes" userId="cf37fd8b0d3c9e95" providerId="LiveId" clId="{A4F44D94-3E07-43B7-B685-2636B760A42E}" dt="2025-10-22T10:20:36.748" v="19076"/>
        <pc:sldMkLst>
          <pc:docMk/>
          <pc:sldMk cId="1987759039" sldId="400"/>
        </pc:sldMkLst>
        <pc:spChg chg="mod">
          <ac:chgData name="Ricardo Fernandes" userId="cf37fd8b0d3c9e95" providerId="LiveId" clId="{A4F44D94-3E07-43B7-B685-2636B760A42E}" dt="2025-10-22T10:20:34.708" v="19074" actId="20577"/>
          <ac:spMkLst>
            <pc:docMk/>
            <pc:sldMk cId="1987759039" sldId="400"/>
            <ac:spMk id="19" creationId="{21736587-92D7-8580-15F9-2EBB476A51F9}"/>
          </ac:spMkLst>
        </pc:spChg>
        <pc:picChg chg="del">
          <ac:chgData name="Ricardo Fernandes" userId="cf37fd8b0d3c9e95" providerId="LiveId" clId="{A4F44D94-3E07-43B7-B685-2636B760A42E}" dt="2025-10-22T10:14:58.163" v="18650" actId="478"/>
          <ac:picMkLst>
            <pc:docMk/>
            <pc:sldMk cId="1987759039" sldId="400"/>
            <ac:picMk id="6" creationId="{D61361F6-D9E2-BE61-E0C5-C426CFD557A1}"/>
          </ac:picMkLst>
        </pc:picChg>
        <pc:picChg chg="add mod">
          <ac:chgData name="Ricardo Fernandes" userId="cf37fd8b0d3c9e95" providerId="LiveId" clId="{A4F44D94-3E07-43B7-B685-2636B760A42E}" dt="2025-10-22T10:15:04.777" v="18652" actId="1076"/>
          <ac:picMkLst>
            <pc:docMk/>
            <pc:sldMk cId="1987759039" sldId="400"/>
            <ac:picMk id="10" creationId="{E5B1B979-8011-5C6D-6866-F57C1C7149F7}"/>
          </ac:picMkLst>
        </pc:picChg>
      </pc:sldChg>
      <pc:sldChg chg="addSp delSp modSp add mod">
        <pc:chgData name="Ricardo Fernandes" userId="cf37fd8b0d3c9e95" providerId="LiveId" clId="{A4F44D94-3E07-43B7-B685-2636B760A42E}" dt="2025-10-22T10:31:04.347" v="19530" actId="20577"/>
        <pc:sldMkLst>
          <pc:docMk/>
          <pc:sldMk cId="3408471890" sldId="401"/>
        </pc:sldMkLst>
        <pc:spChg chg="mod">
          <ac:chgData name="Ricardo Fernandes" userId="cf37fd8b0d3c9e95" providerId="LiveId" clId="{A4F44D94-3E07-43B7-B685-2636B760A42E}" dt="2025-10-22T10:31:04.347" v="19530" actId="20577"/>
          <ac:spMkLst>
            <pc:docMk/>
            <pc:sldMk cId="3408471890" sldId="401"/>
            <ac:spMk id="19" creationId="{96129911-AEA3-D200-F159-8B0CF02AEA3B}"/>
          </ac:spMkLst>
        </pc:spChg>
        <pc:spChg chg="mod">
          <ac:chgData name="Ricardo Fernandes" userId="cf37fd8b0d3c9e95" providerId="LiveId" clId="{A4F44D94-3E07-43B7-B685-2636B760A42E}" dt="2025-10-22T10:20:48.268" v="19088" actId="20577"/>
          <ac:spMkLst>
            <pc:docMk/>
            <pc:sldMk cId="3408471890" sldId="401"/>
            <ac:spMk id="9229" creationId="{63DBD06C-12BE-7879-CBBB-1F883CFF2E92}"/>
          </ac:spMkLst>
        </pc:spChg>
        <pc:picChg chg="add mod">
          <ac:chgData name="Ricardo Fernandes" userId="cf37fd8b0d3c9e95" providerId="LiveId" clId="{A4F44D94-3E07-43B7-B685-2636B760A42E}" dt="2025-10-22T10:21:10.062" v="19093" actId="1076"/>
          <ac:picMkLst>
            <pc:docMk/>
            <pc:sldMk cId="3408471890" sldId="401"/>
            <ac:picMk id="6" creationId="{67E1927D-C805-AD13-2376-ACA1A1D4642E}"/>
          </ac:picMkLst>
        </pc:picChg>
        <pc:picChg chg="del">
          <ac:chgData name="Ricardo Fernandes" userId="cf37fd8b0d3c9e95" providerId="LiveId" clId="{A4F44D94-3E07-43B7-B685-2636B760A42E}" dt="2025-10-22T10:20:49.519" v="19089" actId="478"/>
          <ac:picMkLst>
            <pc:docMk/>
            <pc:sldMk cId="3408471890" sldId="401"/>
            <ac:picMk id="10" creationId="{8127EFD4-39D4-5153-49C7-BE1CAF637FD2}"/>
          </ac:picMkLst>
        </pc:picChg>
      </pc:sldChg>
      <pc:sldChg chg="addSp delSp modSp add mod">
        <pc:chgData name="Ricardo Fernandes" userId="cf37fd8b0d3c9e95" providerId="LiveId" clId="{A4F44D94-3E07-43B7-B685-2636B760A42E}" dt="2025-10-22T10:34:44.059" v="19872" actId="20577"/>
        <pc:sldMkLst>
          <pc:docMk/>
          <pc:sldMk cId="2205626116" sldId="402"/>
        </pc:sldMkLst>
        <pc:spChg chg="mod">
          <ac:chgData name="Ricardo Fernandes" userId="cf37fd8b0d3c9e95" providerId="LiveId" clId="{A4F44D94-3E07-43B7-B685-2636B760A42E}" dt="2025-10-22T10:34:44.059" v="19872" actId="20577"/>
          <ac:spMkLst>
            <pc:docMk/>
            <pc:sldMk cId="2205626116" sldId="402"/>
            <ac:spMk id="19" creationId="{8021A840-6C2F-0DA3-B601-71355AEA9101}"/>
          </ac:spMkLst>
        </pc:spChg>
        <pc:picChg chg="del">
          <ac:chgData name="Ricardo Fernandes" userId="cf37fd8b0d3c9e95" providerId="LiveId" clId="{A4F44D94-3E07-43B7-B685-2636B760A42E}" dt="2025-10-22T10:31:08.641" v="19532" actId="478"/>
          <ac:picMkLst>
            <pc:docMk/>
            <pc:sldMk cId="2205626116" sldId="402"/>
            <ac:picMk id="6" creationId="{04E0C31C-80E1-CCD3-3F86-BB4A8F541D6E}"/>
          </ac:picMkLst>
        </pc:picChg>
        <pc:picChg chg="add mod">
          <ac:chgData name="Ricardo Fernandes" userId="cf37fd8b0d3c9e95" providerId="LiveId" clId="{A4F44D94-3E07-43B7-B685-2636B760A42E}" dt="2025-10-22T10:31:34.039" v="19541" actId="1076"/>
          <ac:picMkLst>
            <pc:docMk/>
            <pc:sldMk cId="2205626116" sldId="402"/>
            <ac:picMk id="10" creationId="{1335D27A-4D14-0ED8-A9D4-C115F2002FC2}"/>
          </ac:picMkLst>
        </pc:picChg>
      </pc:sldChg>
      <pc:sldChg chg="addSp delSp modSp add mod">
        <pc:chgData name="Ricardo Fernandes" userId="cf37fd8b0d3c9e95" providerId="LiveId" clId="{A4F44D94-3E07-43B7-B685-2636B760A42E}" dt="2025-10-22T10:36:44.364" v="20028" actId="20577"/>
        <pc:sldMkLst>
          <pc:docMk/>
          <pc:sldMk cId="3141329551" sldId="403"/>
        </pc:sldMkLst>
        <pc:spChg chg="mod">
          <ac:chgData name="Ricardo Fernandes" userId="cf37fd8b0d3c9e95" providerId="LiveId" clId="{A4F44D94-3E07-43B7-B685-2636B760A42E}" dt="2025-10-22T10:36:44.364" v="20028" actId="20577"/>
          <ac:spMkLst>
            <pc:docMk/>
            <pc:sldMk cId="3141329551" sldId="403"/>
            <ac:spMk id="19" creationId="{935851D1-9F8C-5AEE-34F8-AB53F06755DF}"/>
          </ac:spMkLst>
        </pc:spChg>
        <pc:spChg chg="mod">
          <ac:chgData name="Ricardo Fernandes" userId="cf37fd8b0d3c9e95" providerId="LiveId" clId="{A4F44D94-3E07-43B7-B685-2636B760A42E}" dt="2025-10-22T10:35:04.653" v="19874" actId="20577"/>
          <ac:spMkLst>
            <pc:docMk/>
            <pc:sldMk cId="3141329551" sldId="403"/>
            <ac:spMk id="9229" creationId="{03B54CCE-81C9-3EC9-404D-18787C6BBB5A}"/>
          </ac:spMkLst>
        </pc:spChg>
        <pc:picChg chg="add mod">
          <ac:chgData name="Ricardo Fernandes" userId="cf37fd8b0d3c9e95" providerId="LiveId" clId="{A4F44D94-3E07-43B7-B685-2636B760A42E}" dt="2025-10-22T10:35:53.856" v="19906" actId="1076"/>
          <ac:picMkLst>
            <pc:docMk/>
            <pc:sldMk cId="3141329551" sldId="403"/>
            <ac:picMk id="6" creationId="{9AC9B01C-AB21-23CA-9CC9-693156BC26CF}"/>
          </ac:picMkLst>
        </pc:picChg>
        <pc:picChg chg="del">
          <ac:chgData name="Ricardo Fernandes" userId="cf37fd8b0d3c9e95" providerId="LiveId" clId="{A4F44D94-3E07-43B7-B685-2636B760A42E}" dt="2025-10-22T10:35:06.122" v="19875" actId="478"/>
          <ac:picMkLst>
            <pc:docMk/>
            <pc:sldMk cId="3141329551" sldId="403"/>
            <ac:picMk id="10" creationId="{A2735A94-68EE-A5F0-18D9-ED8FBBFE5542}"/>
          </ac:picMkLst>
        </pc:picChg>
        <pc:picChg chg="add mod">
          <ac:chgData name="Ricardo Fernandes" userId="cf37fd8b0d3c9e95" providerId="LiveId" clId="{A4F44D94-3E07-43B7-B685-2636B760A42E}" dt="2025-10-22T10:35:58.331" v="19911" actId="1076"/>
          <ac:picMkLst>
            <pc:docMk/>
            <pc:sldMk cId="3141329551" sldId="403"/>
            <ac:picMk id="12" creationId="{907F6DC5-3FCE-EEA7-00AC-1F603CFB2F9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ADB6FF1F-555E-4388-A8B0-D1E524B355D1}" type="datetimeFigureOut">
              <a:rPr lang="pt-PT" smtClean="0"/>
              <a:pPr/>
              <a:t>22/10/2025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CD9FB018-1958-45C1-ABFF-E1E983EC4F43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34781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E77E319B-B046-487F-8D03-B96E4F1A43D0}" type="datetimeFigureOut">
              <a:rPr lang="pt-PT" smtClean="0"/>
              <a:pPr/>
              <a:t>22/10/2025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8" tIns="47384" rIns="94768" bIns="47384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68" tIns="47384" rIns="94768" bIns="47384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F3DD545E-D36A-4832-938A-2ECADA69E4C6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37761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D545E-D36A-4832-938A-2ECADA69E4C6}" type="slidenum">
              <a:rPr lang="pt-PT" smtClean="0"/>
              <a:pPr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64038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319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B46EA-BE60-DCBE-BF6B-3FB8D75F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AC712E8-00B2-5401-73CC-47F4D9BFD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DA88601-3244-A9F7-C90E-E2EC902C2A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5E32871-BFC2-96B8-19CA-01AFC3F37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353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B46EA-BE60-DCBE-BF6B-3FB8D75F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AC712E8-00B2-5401-73CC-47F4D9BFD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DA88601-3244-A9F7-C90E-E2EC902C2A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5E32871-BFC2-96B8-19CA-01AFC3F37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127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D71EF-3AC1-AA5D-61DD-48EC638E5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5BF7FAC0-29E9-B093-3F05-96080411ED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73731018-4659-7E54-8D76-9257AC99D1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FC5B45DA-B835-18F0-D5C7-674BB8A900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670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FCD09-09B9-6E10-3C5A-AB78AE953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5C9FEE70-368F-75AD-096F-7CE84AB944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605AFE74-C0A3-6B70-A131-DF333A23C4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F1687504-135E-3FB0-13A4-0A107FDF05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753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C5BFE-9F62-8832-0A2A-9302607B7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29C1C101-E372-1F8C-826C-D542B8B37B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A70437C-EF58-D154-00EF-F5329CA06C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D1D779D4-E448-F166-BFE0-5439586A25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33434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EFA33-30A4-5313-17F4-7D77F9541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04D0D922-E538-5EA2-B5E5-278558C112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8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6C197205-FB5B-EBF9-75E8-2D35C65453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C900B098-2D06-4102-F86B-E86878A782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9584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FCCEE-FF35-FED0-58E2-3B2A42D10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303EA750-6E52-C66D-D725-6586C96B50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9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4DC0A852-DD61-31E2-9391-43D4773FBB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2F5B753-8622-F3F4-E70F-E51AD3A1F0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976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8DEA4-76EB-3EBD-1F43-5B1829C0F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2EA2262-C0EC-A482-923D-7BA6A0E985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10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2A46A80D-DA48-4BF5-AB0D-F1DE981899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5BC3D69E-9A15-106E-789C-F3A908E8A4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4391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47E3A-17ED-4BDD-11F9-3D3D372B9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0C84EAC0-EE88-DA7D-7F36-FAD85151BF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11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51A190E7-D167-FE64-AABB-0869A7110D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C3CD97D9-0903-0F03-399A-5DB7AF36E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6876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E79F3-03B9-F239-AF40-C9C52D881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FB23AEC5-D972-C4FD-5FB1-F65C82C2F3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27683DB-E50B-0035-4438-DE8ACD09B2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978F1113-BFAC-F8E6-D825-AC93A135BB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8119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74308-906A-DF7F-267A-CFFBB82DA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DBEA0956-35C3-7975-A173-D957742CFD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15BAD2DD-A054-8C7B-AA97-A0C2A850F5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16BD97A2-9D46-6044-9B15-0476AC5D3F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6776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D5AFA-5709-A82E-341C-11ADBE509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57DBC0B8-48F4-4953-6C27-3427211F54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4BBE5CA1-4AA4-F6E5-D852-451F2DB6AC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18CA28CB-D1F8-72EF-5B67-36EC7E0CD3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0714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2577C-592E-01D8-219E-9FA4F1E82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3C3813D7-306B-5260-B30B-0E8A45CD77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190CB6B0-B5C2-0127-37AB-6079F0F6B2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F66C3E31-FE4E-8402-676F-3456BAD0F3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4028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D08B5-EFA7-72AC-0971-1B8E952CB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B7FE389-0C4E-DC6A-2267-49D9699C58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502DE0F8-6759-A1A6-C8F7-7FF04149E2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47226F6-6208-7A35-E47D-F1A4612627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5174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382A4-A434-2BA1-0E96-FCA8E65B8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E3E792F2-74CF-560B-A47D-C561FC7B1D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B9EFE64B-BE38-EE35-A42D-0730A7C8E2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AAD3071E-E496-9376-3F33-9F5A500DAD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1629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329C4-4E74-6611-EEC1-5EA1A08BC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2F4BA41E-6D09-6CD2-9C10-B023625124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18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E45BE762-9C5A-E6DD-03C4-4CB6B725D0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78B5B846-0A0D-8C2A-D7CA-4E84C17F08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6767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743D6-B18E-F90D-6F75-0E347C72B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725A07D-C134-C03B-B800-F10AFD6EA8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19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AB527A6A-EFA5-4261-8E13-36711C9E48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13D63521-E63A-BA5E-CF2C-F77F8836C1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7504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FB561-28DB-CA05-10CF-3F7020CBC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62A4688E-A9CF-B58B-1AA1-7451BAF8D6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20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3A2B07C3-6EEC-FDA3-EB39-9D49B0E1A5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E39876B6-09FD-A386-5E19-708E6F0585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2478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9FEC5-2D55-2908-1981-20F5B28FB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0D65AD5-71A3-4A43-1C8A-C3C0A044C8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21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B5ABF8A8-3104-5961-3DB5-D9B66553D3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6DD91F5-B70F-48C5-C2D7-C543628F8C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2882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F1F28-C3F8-C85C-3C8A-1D77E2FB5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24390702-DDA3-7B10-F2F5-082944F94B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5FC21436-0DBE-686F-E6A8-E8A4F3849B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250B254-D672-3B8F-F8AF-C8037A0D7D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542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7DA1C-4E80-E349-FD13-88C2807D6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BAF2FC99-FD9B-4AE7-FEF3-37837083E0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DB7997DF-1F0B-E0CD-1B1D-F88F384E40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9E184DC4-D3D4-E853-50EA-984D1B5599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8646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764A1-C6D1-FC1A-238E-3FE87DB2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20E0D01-BC32-676C-0418-C6D4EA7071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1DD3D5A6-65E5-8C6E-7AD4-9D1525E812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90F89AEB-2DB3-6E40-0A67-0F41C5D74F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1605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1C68C-5C80-812C-70C7-1F074F4E6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675FFE3C-E1BE-F518-87DF-F5E0BD9928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9D171A21-2EAD-D32C-71AC-3FE01FD195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BDECF2A8-A586-1B8B-F582-424F931498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1113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43A40-1138-56D7-529E-79298B2DC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F5818B1E-E961-5BC5-D8C9-A1F6FED238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A31FDFF4-B696-6295-F06F-6C9F156192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FD6B59DD-5DA8-B651-DA07-6F97C5E9F2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5270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E4DC9-79AA-978D-D5BF-3F326E2C3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7F98E1B-CB25-444B-A74C-A02AA94537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CD21EE3F-06F3-8B64-1202-B010BCB470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B470788A-3BDC-F32C-169E-C2DCC17616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9086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91831-0A65-969B-33C5-9D6EAC347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70D018E-48F1-4EEE-0031-9C5E815F3C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28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77792736-8B0A-A8F6-CD74-005696C3AB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8CC6725D-A5B1-FA3B-21F1-413496F965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6192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BF77-62B0-42D2-9DA4-0A43B9E71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ADB45261-13B7-A11E-BF17-E0310B13D6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29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A9701D76-FCCD-97BD-9A8F-54027B5E1E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775C8517-BDE0-C56C-CFCD-199D5DC8DB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8246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6C73C-2D42-186E-6B01-C133980EE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BF88E44-CFFB-B2C6-C0E2-A398797CA5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30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B7BBD614-BC2B-A9E5-6ACB-85AC8E0AD0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562ED8B0-71A2-A6A3-B0AD-03F14E883F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6550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C9923-0452-48CE-0DA9-78ADE8061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649E2C62-C035-53EF-E146-212C65B42D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31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B179936A-D176-2DFF-6368-8B11153C09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F06501AF-7377-64F0-8C6E-D4C7F82A5A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6918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2C0CD-6729-7BAB-3E3B-5AC5864DF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01581EA-DB7E-A97D-9E9A-FCE84FCAE3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7140C1A2-A2AD-C383-E24E-F4A1FCF052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A700D6BF-547E-1A68-A99A-9E3DCFBF4D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51811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8050B-BBA5-D276-BF66-F59EDCDA9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D2346E5D-3911-BB26-9829-8DE4669E1D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28EDB59-48B8-CACB-B126-4D827C5987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CF030004-41E4-58DD-150F-A06FB7E6C0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2404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84236-E3F3-622A-47F0-C6807310D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5DEB6196-60A6-3C7F-1568-C7EFBF3203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C54A76A-98EF-ABF7-5904-4F32FF359D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4B545EDC-E72A-F7A0-C1F8-148470FEC0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1347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993FA-B4DA-D287-A0A8-519A17646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7BB76A67-91B5-47A6-0789-DA9C4CAD8E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222735D6-C812-588C-F692-E84173DA0F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85761D9-F720-F5F1-5D1F-A1B19B96C2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8562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BD6BE-02D9-A24F-2E8F-655197719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55C37581-F0EE-482C-DA7C-3CF4FE2A39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CE21DAC0-B3B5-C517-212C-FE1F7EBCBF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A412F74B-EBF0-0177-01CF-169C05CB63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21941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BF1DF-213A-9BAB-7789-AFF3D95E4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54E2E1A3-2CC8-220D-0939-D753C0C86E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A1897C0-7484-1C2A-A9CF-AC7DF381C4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5BF58BE8-6B7D-550A-1421-0E3AAE1C57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50388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96011-C50F-C1D6-316E-B9275FCDE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319C102A-D9DF-DB02-CFB6-452AB64CFC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38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8A3DC7BB-93D1-2829-9281-8A43DB55FA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EE2872C9-F331-8843-0C5B-99A2460C95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06222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8F1E5-4968-D489-BFA7-200BB4A8E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D770C9C1-4689-26EA-8186-9E7317E33F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39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8BDE81C3-3D5C-7282-230A-E870475710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392B0CBA-C8BB-D4F1-A8D2-E2F9E3DBB1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6274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9F42C-34E5-5D04-89CD-9BC5056B4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A65E3EF7-855F-964C-E5C6-20B4AA919F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40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BA2EA576-4903-9C53-4E71-A8B299A2EB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FD211A8B-7767-6C54-6E04-B99A46E0DB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1209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ABE64-5D5A-B0BE-37D9-E3116EAE4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724A622-F877-3A99-89A7-485F6C4E40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41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4DB97581-D1C6-E66C-4779-8CBFE0BE3C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9722867F-28BF-F035-9EF7-F2ED91DFA6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5454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60A82-5D86-6CC2-435A-543568383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F8EDDE46-89C0-751C-1EF9-F711E094F9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4FD75B2E-DBD8-DE78-7F75-E3D2A06CAA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BD1698A5-90FB-5451-3707-6FB9365367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14895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E824D-4CF1-0772-9BBD-59A4B7A6C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35DE5230-0A31-8DAC-6755-51D798C797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43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377C19F-C5D1-3A53-B693-18463BB711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5E5C233-E6A1-4720-A925-678FC7CDB9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23817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61837-6BE0-71C2-D792-5060F50F9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CC78657-82FC-A52C-4323-79FF6BC400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44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ACE145B0-02FB-87F0-342A-4C2B80F9B6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4914C524-BD81-6AF3-0029-546E11BA62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47770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96716-E4AF-DB4D-4469-33A933BCF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D3BB6C85-9468-3682-1CDC-309B90EAC4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45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891F7A43-17C6-9B16-6E85-5D7E67905C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3D872A27-7A22-B27B-0093-2008F56E5F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48534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B46EA-BE60-DCBE-BF6B-3FB8D75F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8AC712E8-00B2-5401-73CC-47F4D9BFDB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46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0DA88601-3244-A9F7-C90E-E2EC902C2A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5E32871-BFC2-96B8-19CA-01AFC3F37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55807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47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pt-PT" dirty="0">
                <a:latin typeface="Arial" pitchFamily="34" charset="0"/>
              </a:rPr>
              <a:t>Tiago (acabar referencias)</a:t>
            </a:r>
          </a:p>
        </p:txBody>
      </p:sp>
    </p:spTree>
    <p:extLst>
      <p:ext uri="{BB962C8B-B14F-4D97-AF65-F5344CB8AC3E}">
        <p14:creationId xmlns:p14="http://schemas.microsoft.com/office/powerpoint/2010/main" val="1525968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Faça clique para editar o estilo do subtítulo do modelo global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3E61B-3AB3-490F-90D4-269C8A444AE7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hyperlink" Target="https://www.geeksforgeeks.org/computer-networks/socket-in-computer-network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hyperlink" Target="https://www.geeksforgeeks.org/computer-networks/socket-in-computer-network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realpython.com/python-sockets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hyperlink" Target="https://www.geeksforgeeks.org/operating-systems/remote-procedure-call-rpc-in-operating-syste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.png"/><Relationship Id="rId7" Type="http://schemas.openxmlformats.org/officeDocument/2006/relationships/hyperlink" Target="https://www.geeksforgeeks.org/python/file-transfer-using-tcp-socket-in-python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.png"/><Relationship Id="rId7" Type="http://schemas.openxmlformats.org/officeDocument/2006/relationships/hyperlink" Target="https://www.geeksforgeeks.org/python/file-transfer-using-tcp-socket-in-python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png"/><Relationship Id="rId7" Type="http://schemas.openxmlformats.org/officeDocument/2006/relationships/hyperlink" Target="https://www.geeksforgeeks.org/python/file-transfer-using-tcp-socket-in-python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.png"/><Relationship Id="rId7" Type="http://schemas.openxmlformats.org/officeDocument/2006/relationships/hyperlink" Target="https://www.geeksforgeeks.org/python/file-transfer-using-tcp-socket-in-python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grpc.io/" TargetMode="Externa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grpc.io/docs/what-is-grpc/introduction/" TargetMode="External"/><Relationship Id="rId9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hyperlink" Target="https://grpc.io/docs/languages/python/quickstart/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hyperlink" Target="https://grpc.io/docs/languages/python/quickstart/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hyperlink" Target="https://grpc.io/docs/languages/python/quickstart/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3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hyperlink" Target="https://grpc.io/docs/what-is-grpc/introduction/" TargetMode="External"/><Relationship Id="rId13" Type="http://schemas.openxmlformats.org/officeDocument/2006/relationships/image" Target="../media/image5.png"/><Relationship Id="rId3" Type="http://schemas.openxmlformats.org/officeDocument/2006/relationships/hyperlink" Target="https://www.geeksforgeeks.org/computer-networks/socket-in-computer-network/" TargetMode="External"/><Relationship Id="rId7" Type="http://schemas.openxmlformats.org/officeDocument/2006/relationships/hyperlink" Target="https://grpc.io/" TargetMode="External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eeksforgeeks.org/operating-systems/remote-procedure-call-rpc-in-operating-system/" TargetMode="External"/><Relationship Id="rId11" Type="http://schemas.openxmlformats.org/officeDocument/2006/relationships/image" Target="../media/image6.png"/><Relationship Id="rId5" Type="http://schemas.openxmlformats.org/officeDocument/2006/relationships/hyperlink" Target="https://www.geeksforgeeks.org/python/file-transfer-using-tcp-socket-in-python/" TargetMode="External"/><Relationship Id="rId10" Type="http://schemas.openxmlformats.org/officeDocument/2006/relationships/image" Target="../media/image3.png"/><Relationship Id="rId4" Type="http://schemas.openxmlformats.org/officeDocument/2006/relationships/hyperlink" Target="https://realpython.com/python-sockets/" TargetMode="External"/><Relationship Id="rId9" Type="http://schemas.openxmlformats.org/officeDocument/2006/relationships/hyperlink" Target="https://grpc.io/docs/languages/python/quickstart/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416"/>
            <a:ext cx="10007600" cy="701941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28800" y="2405971"/>
            <a:ext cx="5486400" cy="552329"/>
          </a:xfrm>
        </p:spPr>
        <p:txBody>
          <a:bodyPr>
            <a:normAutofit/>
          </a:bodyPr>
          <a:lstStyle/>
          <a:p>
            <a:r>
              <a:rPr lang="pt-PT" sz="2500" b="1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INTEGRAÇÃO DE </a:t>
            </a:r>
            <a:r>
              <a:rPr lang="pt-PT" sz="2500" b="1" u="sng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SISTEMAS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92923" y="3760062"/>
            <a:ext cx="5143500" cy="404742"/>
          </a:xfrm>
        </p:spPr>
        <p:txBody>
          <a:bodyPr>
            <a:noAutofit/>
          </a:bodyPr>
          <a:lstStyle/>
          <a:p>
            <a:r>
              <a:rPr lang="pt-PT" sz="2500" b="1" noProof="0" dirty="0" err="1">
                <a:solidFill>
                  <a:schemeClr val="bg1"/>
                </a:solidFill>
              </a:rPr>
              <a:t>Sockets</a:t>
            </a:r>
            <a:r>
              <a:rPr lang="pt-PT" sz="2500" b="1" noProof="0" dirty="0">
                <a:solidFill>
                  <a:schemeClr val="bg1"/>
                </a:solidFill>
              </a:rPr>
              <a:t> e RPC</a:t>
            </a: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762000" y="6394330"/>
            <a:ext cx="8191499" cy="40474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100" b="1" u="sng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Licenciatura em Engenharia Informática</a:t>
            </a:r>
            <a:r>
              <a:rPr lang="pt-PT" sz="1100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 | Escola Superior de Tecnologia e Gestão| Unidade Curricular: </a:t>
            </a:r>
            <a:r>
              <a:rPr lang="pt-PT" sz="1100" noProof="0" dirty="0">
                <a:highlight>
                  <a:srgbClr val="FFFF00"/>
                </a:highlight>
                <a:latin typeface="Arial" charset="0"/>
                <a:ea typeface="Arial" charset="0"/>
                <a:cs typeface="Arial" charset="0"/>
              </a:rPr>
              <a:t>INTEGRAÇÃO DE SISTEMAS </a:t>
            </a:r>
            <a:r>
              <a:rPr lang="pt-PT" sz="1100" noProof="0" dirty="0"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1100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| Ano Letivo 2025/2026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130" y="392731"/>
            <a:ext cx="3872752" cy="962356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6D890E14-880C-4963-9EA0-EE9200F689F8}"/>
              </a:ext>
            </a:extLst>
          </p:cNvPr>
          <p:cNvSpPr txBox="1">
            <a:spLocks/>
          </p:cNvSpPr>
          <p:nvPr/>
        </p:nvSpPr>
        <p:spPr>
          <a:xfrm>
            <a:off x="892549" y="5635668"/>
            <a:ext cx="3486150" cy="57143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1100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31394 – Filipe Fernandes f.ricardo.fernandes@ipvc.pt</a:t>
            </a:r>
          </a:p>
          <a:p>
            <a:pPr algn="l"/>
            <a:r>
              <a:rPr lang="pt-PT" sz="1100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32427 – Hélder Silva helder.silva@ipvc.pt</a:t>
            </a:r>
          </a:p>
          <a:p>
            <a:pPr algn="l"/>
            <a:endParaRPr lang="pt-PT" sz="1100" noProof="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pt-PT" sz="1100" noProof="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CDB7617E-BD9F-40A8-BCFA-781CEC4CEE46}"/>
              </a:ext>
            </a:extLst>
          </p:cNvPr>
          <p:cNvSpPr txBox="1">
            <a:spLocks/>
          </p:cNvSpPr>
          <p:nvPr/>
        </p:nvSpPr>
        <p:spPr>
          <a:xfrm>
            <a:off x="4953495" y="5615784"/>
            <a:ext cx="3486150" cy="571436"/>
          </a:xfrm>
          <a:prstGeom prst="rect">
            <a:avLst/>
          </a:prstGeom>
        </p:spPr>
        <p:txBody>
          <a:bodyPr vert="horz" lIns="68580" tIns="34290" rIns="68580" bIns="34290" rtlCol="0">
            <a:normAutofit fontScale="3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4900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Orientadores: </a:t>
            </a:r>
          </a:p>
          <a:p>
            <a:pPr algn="l"/>
            <a:r>
              <a:rPr lang="pt-PT" sz="4900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Jorge Ribeiro , Jackson Barreto</a:t>
            </a:r>
          </a:p>
          <a:p>
            <a:pPr algn="l"/>
            <a:endParaRPr lang="pt-PT" sz="1050" noProof="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02F2A86-A50E-0283-3B8A-EB9B059E210D}"/>
              </a:ext>
            </a:extLst>
          </p:cNvPr>
          <p:cNvSpPr txBox="1"/>
          <p:nvPr/>
        </p:nvSpPr>
        <p:spPr>
          <a:xfrm>
            <a:off x="838200" y="1273976"/>
            <a:ext cx="9266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800" b="1" u="sng" noProof="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Licenciatura em ENGENHARIA INFORMÁTICA / </a:t>
            </a:r>
            <a:r>
              <a:rPr lang="pt-PT" sz="1800" b="1" u="sng" noProof="0" dirty="0" err="1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Degree</a:t>
            </a:r>
            <a:r>
              <a:rPr lang="pt-PT" sz="1800" b="1" u="sng" noProof="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 </a:t>
            </a:r>
            <a:r>
              <a:rPr lang="pt-PT" sz="1800" b="1" cap="all" noProof="0" dirty="0" err="1">
                <a:solidFill>
                  <a:srgbClr val="FFFF00"/>
                </a:solidFill>
              </a:rPr>
              <a:t>Informatics</a:t>
            </a:r>
            <a:r>
              <a:rPr lang="pt-PT" sz="1800" b="1" cap="all" noProof="0" dirty="0">
                <a:solidFill>
                  <a:srgbClr val="FFFF00"/>
                </a:solidFill>
              </a:rPr>
              <a:t> </a:t>
            </a:r>
            <a:r>
              <a:rPr lang="pt-PT" sz="1800" b="1" cap="all" noProof="0" dirty="0" err="1">
                <a:solidFill>
                  <a:srgbClr val="FFFF00"/>
                </a:solidFill>
              </a:rPr>
              <a:t>engineering</a:t>
            </a:r>
            <a:endParaRPr lang="pt-PT" noProof="0" dirty="0">
              <a:solidFill>
                <a:srgbClr val="FFFF00"/>
              </a:solidFill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331B8A6-B954-F04D-0378-7F3DD744E30A}"/>
              </a:ext>
            </a:extLst>
          </p:cNvPr>
          <p:cNvSpPr txBox="1">
            <a:spLocks/>
          </p:cNvSpPr>
          <p:nvPr/>
        </p:nvSpPr>
        <p:spPr>
          <a:xfrm>
            <a:off x="1981200" y="3267584"/>
            <a:ext cx="5486400" cy="5523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2500" b="1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Trabalho Prático N.º 2A</a:t>
            </a:r>
          </a:p>
        </p:txBody>
      </p:sp>
    </p:spTree>
    <p:extLst>
      <p:ext uri="{BB962C8B-B14F-4D97-AF65-F5344CB8AC3E}">
        <p14:creationId xmlns:p14="http://schemas.microsoft.com/office/powerpoint/2010/main" val="962301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/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2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Índice 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/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pt-PT" noProof="0" dirty="0">
                <a:latin typeface="Arial" pitchFamily="34" charset="0"/>
                <a:cs typeface="Arial" pitchFamily="34" charset="0"/>
              </a:rPr>
              <a:t>1. </a:t>
            </a:r>
            <a:r>
              <a:rPr lang="pt-PT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Objetivos</a:t>
            </a:r>
            <a:endParaRPr lang="pt-PT" noProof="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r>
              <a:rPr lang="pt-PT" noProof="0" dirty="0">
                <a:latin typeface="Arial" pitchFamily="34" charset="0"/>
                <a:cs typeface="Arial" pitchFamily="34" charset="0"/>
              </a:rPr>
              <a:t>2. </a:t>
            </a:r>
            <a:r>
              <a:rPr lang="pt-PT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Socket</a:t>
            </a:r>
            <a:endParaRPr lang="pt-PT" noProof="0" dirty="0">
              <a:effectLst>
                <a:outerShdw blurRad="38100" dist="38100" dir="2700000" algn="tl">
                  <a:srgbClr val="C0C0C0"/>
                </a:outerShdw>
              </a:effectLst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pt-PT" noProof="0" dirty="0">
                <a:latin typeface="Arial" pitchFamily="34" charset="0"/>
                <a:cs typeface="Arial" pitchFamily="34" charset="0"/>
              </a:rPr>
              <a:t>3. </a:t>
            </a:r>
            <a:r>
              <a:rPr lang="pt-PT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RPC</a:t>
            </a:r>
          </a:p>
          <a:p>
            <a:pPr>
              <a:lnSpc>
                <a:spcPct val="150000"/>
              </a:lnSpc>
            </a:pPr>
            <a:r>
              <a:rPr lang="pt-PT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4. </a:t>
            </a: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Exemplo Chat com </a:t>
            </a:r>
            <a:r>
              <a:rPr lang="pt-PT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Sockets</a:t>
            </a:r>
            <a:endParaRPr lang="pt-PT" noProof="0" dirty="0">
              <a:effectLst>
                <a:outerShdw blurRad="38100" dist="38100" dir="2700000" algn="tl">
                  <a:srgbClr val="C0C0C0"/>
                </a:outerShdw>
              </a:effectLst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pt-PT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5. Envio de JSON com </a:t>
            </a:r>
            <a:r>
              <a:rPr lang="pt-PT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Sockets</a:t>
            </a:r>
            <a:endParaRPr lang="pt-PT" noProof="0" dirty="0">
              <a:effectLst>
                <a:outerShdw blurRad="38100" dist="38100" dir="2700000" algn="tl">
                  <a:srgbClr val="C0C0C0"/>
                </a:outerShdw>
              </a:effectLst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pt-PT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6. Exemplo RPC</a:t>
            </a:r>
          </a:p>
          <a:p>
            <a:pPr>
              <a:lnSpc>
                <a:spcPct val="150000"/>
              </a:lnSpc>
            </a:pP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7. Envio de ficheiros com </a:t>
            </a:r>
            <a:r>
              <a:rPr lang="pt-PT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Sockets</a:t>
            </a:r>
            <a:endParaRPr lang="pt-PT" dirty="0">
              <a:effectLst>
                <a:outerShdw blurRad="38100" dist="38100" dir="2700000" algn="tl">
                  <a:srgbClr val="C0C0C0"/>
                </a:outerShdw>
              </a:effectLst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pt-PT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8. Envio de ficheiros com </a:t>
            </a:r>
            <a:r>
              <a:rPr lang="pt-PT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gRPC</a:t>
            </a:r>
            <a:endParaRPr lang="pt-PT" noProof="0" dirty="0">
              <a:effectLst>
                <a:outerShdw blurRad="38100" dist="38100" dir="2700000" algn="tl">
                  <a:srgbClr val="C0C0C0"/>
                </a:outerShdw>
              </a:effectLst>
              <a:latin typeface="Arial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pt-PT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9. Conclusão</a:t>
            </a:r>
          </a:p>
          <a:p>
            <a:pPr>
              <a:lnSpc>
                <a:spcPct val="150000"/>
              </a:lnSpc>
            </a:pPr>
            <a:r>
              <a:rPr lang="pt-PT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10. Bibliografia / Referências</a:t>
            </a:r>
            <a:endParaRPr lang="pt-PT" noProof="0" dirty="0">
              <a:latin typeface="Arial" pitchFamily="34" charset="0"/>
              <a:cs typeface="Arial" pitchFamily="34" charset="0"/>
            </a:endParaRPr>
          </a:p>
          <a:p>
            <a:pPr lvl="0">
              <a:lnSpc>
                <a:spcPct val="200000"/>
              </a:lnSpc>
              <a:spcBef>
                <a:spcPct val="20000"/>
              </a:spcBef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457200" marR="0" lvl="1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t-PT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982921-1900-46B5-BE82-07BECCD63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E263CB9-5E3B-4385-9450-974CDF0F6C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50208AF-C5A5-C009-177D-8C27BB5DCC8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69841B-4743-42E9-837A-73B87FC5C8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0369DE4-0D6E-7A10-AF37-333F300DD77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28F64316-D9D4-EF46-CBC6-24A1928AD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9F70-02AA-7D05-3F50-276EDBCC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1645A60-6826-6830-9EAE-63CBB67D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4F6C4EF-641D-E89D-BEEE-A62F4D43B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3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99A672-75CB-3480-3D0B-751C42A12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Objetivos 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2D48B45-8225-0750-E41C-7AFC2F95B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072EFB9-A7BA-FD67-E0B9-92326811007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noProof="0" dirty="0"/>
              <a:t>Implementar </a:t>
            </a:r>
            <a:r>
              <a:rPr lang="pt-PT" sz="2000" noProof="0" dirty="0" err="1"/>
              <a:t>Sockets</a:t>
            </a:r>
            <a:r>
              <a:rPr lang="pt-PT" sz="2000" noProof="0" dirty="0"/>
              <a:t> em </a:t>
            </a:r>
            <a:r>
              <a:rPr lang="pt-PT" sz="2000" noProof="0" dirty="0" err="1"/>
              <a:t>Python</a:t>
            </a:r>
            <a:endParaRPr lang="pt-PT" sz="2000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Implementar RPC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Implementar RPC através da </a:t>
            </a:r>
            <a:r>
              <a:rPr lang="pt-PT" sz="2000" dirty="0" err="1"/>
              <a:t>framework</a:t>
            </a:r>
            <a:r>
              <a:rPr lang="pt-PT" sz="2000" dirty="0"/>
              <a:t> </a:t>
            </a:r>
            <a:r>
              <a:rPr lang="pt-PT" sz="2000" dirty="0" err="1"/>
              <a:t>gRPC</a:t>
            </a:r>
            <a:endParaRPr lang="pt-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noProof="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518552-68A4-1A3D-1E1B-C0788C12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0FBBDD-AC0F-C476-B4E0-494A137BA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282BCAE-BBE7-D2C2-C8A6-31FF69F0EA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4D3C41C-CA47-34B3-2EE8-9BE44DD9CA5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BA7FDC-D82D-6F95-1158-24F5A20D94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B6F85C6-1C87-5EB1-6E9E-76A47584EC1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170A3C16-AC98-CF5E-9AA4-11314FDA8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</p:spTree>
    <p:extLst>
      <p:ext uri="{BB962C8B-B14F-4D97-AF65-F5344CB8AC3E}">
        <p14:creationId xmlns:p14="http://schemas.microsoft.com/office/powerpoint/2010/main" val="3715964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9F70-02AA-7D05-3F50-276EDBCC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1645A60-6826-6830-9EAE-63CBB67D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4F6C4EF-641D-E89D-BEEE-A62F4D43B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4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99A672-75CB-3480-3D0B-751C42A12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Socket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2D48B45-8225-0750-E41C-7AFC2F95B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072EFB9-A7BA-FD67-E0B9-92326811007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noProof="0" dirty="0"/>
              <a:t>Um </a:t>
            </a:r>
            <a:r>
              <a:rPr lang="pt-PT" sz="2000" b="1" noProof="0" dirty="0" err="1"/>
              <a:t>Socket</a:t>
            </a:r>
            <a:r>
              <a:rPr lang="pt-PT" sz="2000" noProof="0" dirty="0"/>
              <a:t> corresponde a um ponto de comunicação entre dois programas que permite a troca de dados através da rede.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noProof="0" dirty="0"/>
              <a:t>Cada </a:t>
            </a:r>
            <a:r>
              <a:rPr lang="pt-PT" sz="2000" noProof="0" dirty="0" err="1"/>
              <a:t>Socket</a:t>
            </a:r>
            <a:r>
              <a:rPr lang="pt-PT" sz="2000" noProof="0" dirty="0"/>
              <a:t> possui um endereço IP e porta associada.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518552-68A4-1A3D-1E1B-C0788C12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0FBBDD-AC0F-C476-B4E0-494A137BA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282BCAE-BBE7-D2C2-C8A6-31FF69F0EA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4D3C41C-CA47-34B3-2EE8-9BE44DD9CA5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BA7FDC-D82D-6F95-1158-24F5A20D94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B6F85C6-1C87-5EB1-6E9E-76A47584EC1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B3D532F3-C7EB-8A90-0943-622B12518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3F11117-4829-A658-2D33-DF5357469244}"/>
              </a:ext>
            </a:extLst>
          </p:cNvPr>
          <p:cNvSpPr txBox="1"/>
          <p:nvPr/>
        </p:nvSpPr>
        <p:spPr>
          <a:xfrm>
            <a:off x="124671" y="6096688"/>
            <a:ext cx="76585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600" noProof="0" dirty="0"/>
              <a:t>Fonte: </a:t>
            </a:r>
            <a:r>
              <a:rPr lang="pt-PT" sz="1600" noProof="0" dirty="0">
                <a:hlinkClick r:id="rId7"/>
              </a:rPr>
              <a:t>https://www.geeksforgeeks.org/computer-networks/socket-in-computer-network/</a:t>
            </a:r>
            <a:r>
              <a:rPr lang="pt-PT" sz="1600" noProof="0" dirty="0"/>
              <a:t> 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A075379-5497-A1BE-204A-F983CC0558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086" y="2802869"/>
            <a:ext cx="7592485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190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ABB43-5ECA-9825-7C9A-48889620D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CA4E4FB9-B67F-DFBE-BBCA-05B3DE927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EA433CA1-0389-2521-7904-109FB6B49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5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E2E31D78-A8DE-EC2F-D4A6-85F3559D3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Socket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381671E6-7837-B933-CA72-98852013710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5D1E5B03-A7F0-DE24-7D23-449B51634532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noProof="0" dirty="0"/>
              <a:t>A seguinte tabela representa as funções tipicamente utilizadas para trabalhar com </a:t>
            </a:r>
            <a:r>
              <a:rPr lang="pt-PT" sz="2000" noProof="0" dirty="0" err="1"/>
              <a:t>Sockets</a:t>
            </a:r>
            <a:r>
              <a:rPr lang="pt-PT" sz="2000" noProof="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noProof="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noProof="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7487DA2-5440-3B7D-BCA5-84FAA5DFA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0FB1030-76EC-9516-D9A4-971B24929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F5FBE41-141D-B0F5-6354-5684777A86C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7E9E9091-F246-C9E0-ACED-9AE3602455D3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006DE69-EAA5-2C6C-B711-E86DD89CC7F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7424B0D3-595D-B442-21DE-3B37123D970C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32BF3C73-D496-43D7-4F43-A61371360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86F74BA-D4DF-F28E-5D5F-C2F80C902053}"/>
              </a:ext>
            </a:extLst>
          </p:cNvPr>
          <p:cNvSpPr txBox="1"/>
          <p:nvPr/>
        </p:nvSpPr>
        <p:spPr>
          <a:xfrm>
            <a:off x="124671" y="6096688"/>
            <a:ext cx="76585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600" noProof="0" dirty="0"/>
              <a:t>Fonte: </a:t>
            </a:r>
            <a:r>
              <a:rPr lang="pt-PT" sz="1600" noProof="0" dirty="0">
                <a:hlinkClick r:id="rId7"/>
              </a:rPr>
              <a:t>https://www.geeksforgeeks.org/computer-networks/socket-in-computer-network/</a:t>
            </a:r>
            <a:r>
              <a:rPr lang="pt-PT" sz="1600" noProof="0" dirty="0"/>
              <a:t> 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9388AE56-E37F-72D3-429A-4C46AB6640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5000" y="1920442"/>
            <a:ext cx="4818180" cy="384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885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F76F3-09B7-3ED3-3FE7-30110BB2E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F29082F0-5D1D-64DA-92FD-067310E2B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8E76FBE4-9F52-A2D4-742A-FF968221E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6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0697756F-7337-CE7C-920E-D145F45BC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Socket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7850FFC0-2117-A3CF-57A7-892CF7E3435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AEEF73E0-A10C-32D4-47F8-0E318A130A26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noProof="0" dirty="0"/>
              <a:t>A função ”</a:t>
            </a:r>
            <a:r>
              <a:rPr lang="pt-PT" sz="2000" i="1" noProof="0" dirty="0" err="1"/>
              <a:t>Socket</a:t>
            </a:r>
            <a:r>
              <a:rPr lang="pt-PT" sz="2000" i="1" noProof="0" dirty="0"/>
              <a:t>()” </a:t>
            </a:r>
            <a:r>
              <a:rPr lang="pt-PT" sz="2000" noProof="0" dirty="0"/>
              <a:t>recebe como parâmetros o tipo de rede e o </a:t>
            </a:r>
            <a:r>
              <a:rPr lang="pt-PT" sz="2000" noProof="0" dirty="0" err="1"/>
              <a:t>protocol</a:t>
            </a:r>
            <a:r>
              <a:rPr lang="pt-PT" sz="2000" dirty="0"/>
              <a:t>o de comunicação  “</a:t>
            </a:r>
            <a:r>
              <a:rPr lang="pt-PT" sz="2000" dirty="0" err="1"/>
              <a:t>socket.socket</a:t>
            </a:r>
            <a:r>
              <a:rPr lang="pt-PT" sz="2000" dirty="0"/>
              <a:t>(</a:t>
            </a:r>
            <a:r>
              <a:rPr lang="pt-PT" sz="2000" dirty="0" err="1"/>
              <a:t>family</a:t>
            </a:r>
            <a:r>
              <a:rPr lang="pt-PT" sz="2000" dirty="0"/>
              <a:t>, </a:t>
            </a:r>
            <a:r>
              <a:rPr lang="pt-PT" sz="2000" dirty="0" err="1"/>
              <a:t>type</a:t>
            </a:r>
            <a:r>
              <a:rPr lang="pt-PT" sz="2000" dirty="0"/>
              <a:t>)”.</a:t>
            </a:r>
            <a:endParaRPr lang="pt-PT" sz="2000" noProof="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i="1" dirty="0"/>
          </a:p>
          <a:p>
            <a:pPr algn="ctr"/>
            <a:r>
              <a:rPr lang="pt-PT" sz="2000" i="1" dirty="0"/>
              <a:t>	</a:t>
            </a:r>
            <a:r>
              <a:rPr lang="sv-SE" i="1" dirty="0"/>
              <a:t>”socket.socket(socket.AF_INET, socket.SOCK_STREAM)”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noProof="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O exemplo acima demonstra a </a:t>
            </a:r>
            <a:r>
              <a:rPr lang="pt-PT" sz="2000" dirty="0" err="1"/>
              <a:t>sintax</a:t>
            </a:r>
            <a:r>
              <a:rPr lang="pt-PT" sz="2000" dirty="0"/>
              <a:t> utilizada para criar um </a:t>
            </a:r>
            <a:r>
              <a:rPr lang="pt-PT" sz="2000" dirty="0" err="1"/>
              <a:t>socket</a:t>
            </a:r>
            <a:r>
              <a:rPr lang="pt-PT" sz="2000" dirty="0"/>
              <a:t> que utiliza IPv4 e protocolo TCP.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noProof="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sv-SE" i="1" dirty="0"/>
              <a:t>AF_INET: IPv4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sv-SE" i="1" dirty="0"/>
              <a:t>AF_INET6: IPv6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sv-SE" i="1" dirty="0"/>
              <a:t>SOCK_STREAM: TCP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sv-SE" i="1" dirty="0"/>
              <a:t>SOCK_DGRAM: UDP</a:t>
            </a:r>
            <a:endParaRPr lang="pt-PT" i="1" noProof="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C38D331-0A1C-5853-1D83-C10CB3179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9B36BB7-BE90-0197-EBFF-DAF2F1F4D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531641F-CC53-03FA-D0A0-0C0BD76366C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920B8C3B-8D17-07AB-5311-BAA2EA4553F8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8AC47D6-AEE3-27BF-E242-26B0F96566A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C314F74E-1E0D-C064-8DDD-102F7F8AFC52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F58DFFA6-C5BC-9FB5-E961-D568FE770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C23DD43-4F83-2DCC-05EC-98C7E6671585}"/>
              </a:ext>
            </a:extLst>
          </p:cNvPr>
          <p:cNvSpPr txBox="1"/>
          <p:nvPr/>
        </p:nvSpPr>
        <p:spPr>
          <a:xfrm>
            <a:off x="124671" y="6096688"/>
            <a:ext cx="41897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600" noProof="0" dirty="0"/>
              <a:t>Fonte: </a:t>
            </a:r>
            <a:r>
              <a:rPr lang="pt-PT" sz="1600" dirty="0">
                <a:hlinkClick r:id="rId7"/>
              </a:rPr>
              <a:t>https://realpython.com/python-sockets/</a:t>
            </a:r>
            <a:r>
              <a:rPr lang="pt-PT" sz="1600" dirty="0"/>
              <a:t> </a:t>
            </a:r>
            <a:endParaRPr lang="pt-PT" sz="1600" noProof="0" dirty="0"/>
          </a:p>
        </p:txBody>
      </p:sp>
    </p:spTree>
    <p:extLst>
      <p:ext uri="{BB962C8B-B14F-4D97-AF65-F5344CB8AC3E}">
        <p14:creationId xmlns:p14="http://schemas.microsoft.com/office/powerpoint/2010/main" val="3378396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09DA6-2ABF-67A0-E2C0-225B3F303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2736A067-B89C-0A69-89E8-02ADADE99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EEF2769-4DD4-E07C-8CDA-9D5D69C1D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7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406B815C-26AA-03C8-CE80-D2EDC5B49B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RPC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747C298F-F0D5-8CCA-C3C6-A8DE23667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B1656C04-05BC-C69E-78F1-8CD3BC993DFC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b="1" dirty="0"/>
              <a:t>RPC</a:t>
            </a:r>
            <a:r>
              <a:rPr lang="pt-PT" sz="2000" dirty="0"/>
              <a:t> ou </a:t>
            </a:r>
            <a:r>
              <a:rPr lang="pt-PT" sz="2000" b="1" dirty="0" err="1"/>
              <a:t>Remote</a:t>
            </a:r>
            <a:r>
              <a:rPr lang="pt-PT" sz="2000" b="1" dirty="0"/>
              <a:t> </a:t>
            </a:r>
            <a:r>
              <a:rPr lang="pt-PT" sz="2000" b="1" dirty="0" err="1"/>
              <a:t>Procedure</a:t>
            </a:r>
            <a:r>
              <a:rPr lang="pt-PT" sz="2000" b="1" dirty="0"/>
              <a:t> </a:t>
            </a:r>
            <a:r>
              <a:rPr lang="pt-PT" sz="2000" b="1" dirty="0" err="1"/>
              <a:t>Call</a:t>
            </a:r>
            <a:r>
              <a:rPr lang="pt-PT" sz="2000" b="1" dirty="0"/>
              <a:t> </a:t>
            </a:r>
            <a:r>
              <a:rPr lang="pt-PT" sz="2000" dirty="0"/>
              <a:t>é um método que permite a um programa executar funções em um dispositivo diferente, o servidor, como se fosse uma execução local.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94F4405-81CC-61EB-E017-00CF087D9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54EEC52-9060-1510-8D9E-21CC15911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62546BD-BBB2-CA9D-E68F-419D349ACB5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C2C6372D-C1AC-D9B7-8F26-DCB776671CEC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CE851E9-1CEA-FD1F-25A7-F19CB21D426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B89E6144-0EEC-2DD0-E36B-D7B8EC9F0193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50079E03-96D1-CFDE-EFA5-D02758E04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C8A6265-923E-0509-6644-9961E9ACDB60}"/>
              </a:ext>
            </a:extLst>
          </p:cNvPr>
          <p:cNvSpPr txBox="1"/>
          <p:nvPr/>
        </p:nvSpPr>
        <p:spPr>
          <a:xfrm>
            <a:off x="124671" y="6096688"/>
            <a:ext cx="90740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600" noProof="0" dirty="0"/>
              <a:t>Fonte: </a:t>
            </a:r>
            <a:r>
              <a:rPr lang="pt-PT" sz="1600" dirty="0">
                <a:hlinkClick r:id="rId7"/>
              </a:rPr>
              <a:t>https://www.geeksforgeeks.org/operating-systems/remote-procedure-call-rpc-in-operating-system/</a:t>
            </a:r>
            <a:r>
              <a:rPr lang="pt-PT" sz="1600" dirty="0"/>
              <a:t> </a:t>
            </a:r>
            <a:endParaRPr lang="pt-PT" sz="1600" noProof="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83BD31C-081B-F549-2A9B-ED7C1ADB29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104" y="2271929"/>
            <a:ext cx="4594971" cy="3681830"/>
          </a:xfrm>
          <a:prstGeom prst="rect">
            <a:avLst/>
          </a:prstGeom>
        </p:spPr>
      </p:pic>
      <p:sp>
        <p:nvSpPr>
          <p:cNvPr id="14" name="Marcador de Posição de Conteúdo 2">
            <a:extLst>
              <a:ext uri="{FF2B5EF4-FFF2-40B4-BE49-F238E27FC236}">
                <a16:creationId xmlns:a16="http://schemas.microsoft.com/office/drawing/2014/main" id="{3E6D3DE5-8E8E-6DFB-4930-CE350D57E42B}"/>
              </a:ext>
            </a:extLst>
          </p:cNvPr>
          <p:cNvSpPr txBox="1">
            <a:spLocks/>
          </p:cNvSpPr>
          <p:nvPr/>
        </p:nvSpPr>
        <p:spPr>
          <a:xfrm>
            <a:off x="5106074" y="2271928"/>
            <a:ext cx="3733125" cy="4037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sp>
        <p:nvSpPr>
          <p:cNvPr id="15" name="Marcador de Posição de Conteúdo 2">
            <a:extLst>
              <a:ext uri="{FF2B5EF4-FFF2-40B4-BE49-F238E27FC236}">
                <a16:creationId xmlns:a16="http://schemas.microsoft.com/office/drawing/2014/main" id="{449A8AFD-AE01-8344-2F31-55E87B872BA2}"/>
              </a:ext>
            </a:extLst>
          </p:cNvPr>
          <p:cNvSpPr txBox="1">
            <a:spLocks/>
          </p:cNvSpPr>
          <p:nvPr/>
        </p:nvSpPr>
        <p:spPr>
          <a:xfrm>
            <a:off x="5106074" y="2247742"/>
            <a:ext cx="3733126" cy="40616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O cliente inicia o processo ao chamar a função.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O servidor recebe o pedido, executa a função chamada e retorna o resultado.</a:t>
            </a:r>
          </a:p>
        </p:txBody>
      </p:sp>
    </p:spTree>
    <p:extLst>
      <p:ext uri="{BB962C8B-B14F-4D97-AF65-F5344CB8AC3E}">
        <p14:creationId xmlns:p14="http://schemas.microsoft.com/office/powerpoint/2010/main" val="2626949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BD3D3-9FD9-A8D5-E37D-1CAFAFD79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C82D51F1-8285-DF5D-53E6-EA77292FD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4DB06F2E-6BC2-B0C3-B18B-6C8E6B56E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8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3AFB228C-59C4-31FD-54BC-041A206CE6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Chat (Servidor)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EC7ACAA7-02C3-D593-C814-629368B60C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A79A2923-A334-CFF3-4CD0-C6CB5E359F0D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Criar </a:t>
            </a:r>
            <a:r>
              <a:rPr lang="pt-PT" sz="2000" dirty="0" err="1"/>
              <a:t>Socket</a:t>
            </a:r>
            <a:r>
              <a:rPr lang="pt-PT" sz="2000" dirty="0"/>
              <a:t> que utiliza endereços IPv4 e utiliza protocolo TCP.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É definido o endereço no qual o servidor vai aceitar conexões e a porta.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i="1" dirty="0" err="1"/>
              <a:t>Bind</a:t>
            </a:r>
            <a:r>
              <a:rPr lang="pt-PT" sz="2000" i="1" dirty="0"/>
              <a:t>((</a:t>
            </a:r>
            <a:r>
              <a:rPr lang="pt-PT" sz="2000" i="1" dirty="0" err="1"/>
              <a:t>host,port</a:t>
            </a:r>
            <a:r>
              <a:rPr lang="pt-PT" sz="2000" i="1" dirty="0"/>
              <a:t>)): </a:t>
            </a:r>
            <a:r>
              <a:rPr lang="pt-PT" sz="2000" dirty="0"/>
              <a:t>associa o </a:t>
            </a:r>
            <a:r>
              <a:rPr lang="pt-PT" sz="2000" dirty="0" err="1"/>
              <a:t>socket</a:t>
            </a:r>
            <a:r>
              <a:rPr lang="pt-PT" sz="2000" dirty="0"/>
              <a:t> ao endereço e porta definidos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i="1" dirty="0" err="1"/>
              <a:t>Listen</a:t>
            </a:r>
            <a:r>
              <a:rPr lang="pt-PT" sz="2000" i="1" dirty="0"/>
              <a:t>(1)</a:t>
            </a:r>
            <a:r>
              <a:rPr lang="pt-PT" sz="2000" dirty="0"/>
              <a:t>: O servidor fica a “ouvir” à espera de conexões</a:t>
            </a:r>
            <a:endParaRPr lang="pt-PT" sz="2000" i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BF7B7B8-72DD-B11B-51EE-A9FBA1B90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FA8C117-7DF4-EC33-22B0-4E2DB4821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55EE349-3ED4-E88C-641F-641FE458448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D558729F-8CCB-2770-6457-F40D8574B8A4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06C1CC5-7818-7BC2-BA80-104C7E4F8E2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32E19D20-2FC7-7665-7F2C-F3B6C9A4C747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D913E64D-FD54-4D04-4019-FB24402C5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sp>
        <p:nvSpPr>
          <p:cNvPr id="14" name="Marcador de Posição de Conteúdo 2">
            <a:extLst>
              <a:ext uri="{FF2B5EF4-FFF2-40B4-BE49-F238E27FC236}">
                <a16:creationId xmlns:a16="http://schemas.microsoft.com/office/drawing/2014/main" id="{99F38910-96D0-A6C8-1C91-896E96F17EC4}"/>
              </a:ext>
            </a:extLst>
          </p:cNvPr>
          <p:cNvSpPr txBox="1">
            <a:spLocks/>
          </p:cNvSpPr>
          <p:nvPr/>
        </p:nvSpPr>
        <p:spPr>
          <a:xfrm>
            <a:off x="5106074" y="2271928"/>
            <a:ext cx="3733125" cy="4037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2CD09C9-A0A8-88CE-8FE2-325CC936D8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4738" y="1471924"/>
            <a:ext cx="5487166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97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D5965-66CC-E278-DC24-70ED3B18D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F3014021-3E49-45E1-EBB3-16A080953E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5F6CEFBD-F5AC-737C-8B28-DB04394BA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9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5FCEA6FC-ADCB-0BB6-C538-AF745384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Chat (Servidor)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EE07B61A-B68B-6FB3-8B7C-6BB505BCC6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DAA766D5-04DF-C917-64BB-1C37CA9F394E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Loop apenas termina quando o cliente terminar a conexão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Servidor aguarda resposta com tamanho máximo de 1024 bytes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A mensagem recebida a divida em 2.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Índice ‘0’ é convertido de bytes para </a:t>
            </a:r>
            <a:r>
              <a:rPr lang="pt-PT" sz="2000" dirty="0" err="1"/>
              <a:t>string</a:t>
            </a:r>
            <a:r>
              <a:rPr lang="pt-PT" sz="20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Índice ‘1’ corresponde ao HMAC em bytes. O HMAC é utilizado para validar a criptografia da mensagem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AD18822-D98B-8052-A6EC-8079E0803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72E22DC-7C39-33C5-A3C4-568793547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99B8EC4-56BE-17D1-1704-82011FBC417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541FBB73-6FED-7D1B-F19E-2E800AF8B549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49D89D6-A321-EF0D-A452-3B8F8CD265E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61ED2F63-86A5-A71B-571D-348FF5340F83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01E012D5-6BAF-2820-B14A-1E691A0F47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sp>
        <p:nvSpPr>
          <p:cNvPr id="14" name="Marcador de Posição de Conteúdo 2">
            <a:extLst>
              <a:ext uri="{FF2B5EF4-FFF2-40B4-BE49-F238E27FC236}">
                <a16:creationId xmlns:a16="http://schemas.microsoft.com/office/drawing/2014/main" id="{545E43D5-191C-4CC8-00D1-8FCE49E41DE5}"/>
              </a:ext>
            </a:extLst>
          </p:cNvPr>
          <p:cNvSpPr txBox="1">
            <a:spLocks/>
          </p:cNvSpPr>
          <p:nvPr/>
        </p:nvSpPr>
        <p:spPr>
          <a:xfrm>
            <a:off x="5106074" y="2271928"/>
            <a:ext cx="3733125" cy="4037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5BDDAD3-8348-71F2-F39F-024C796307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60054" y="1534434"/>
            <a:ext cx="4896533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663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B6C13-9EC5-7E47-D573-BA63EC1A3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FDF9897C-E68D-E172-95A9-419AD8BD6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A6C1D9CA-529D-2AF3-4108-78CE0F09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10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F733AE28-49C3-9EA8-6DD3-1B1D34897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Chat (Servidor)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4F7CD30D-0012-A96C-BCCE-A9740FC431B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EE922E9F-58D8-5DDB-79C8-7CE281B075EC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Valida a autenticação da mensagem com recurso à chave definida inicialmente que está presente tanto do lado do servidor como do cliente.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A função </a:t>
            </a:r>
            <a:r>
              <a:rPr lang="pt-PT" sz="2000" b="1" dirty="0"/>
              <a:t>“</a:t>
            </a:r>
            <a:r>
              <a:rPr lang="pt-PT" sz="2000" b="1" i="1" dirty="0" err="1"/>
              <a:t>verify</a:t>
            </a:r>
            <a:r>
              <a:rPr lang="pt-PT" sz="2000" b="1" i="1" dirty="0"/>
              <a:t>()” </a:t>
            </a:r>
            <a:r>
              <a:rPr lang="pt-PT" sz="2000" dirty="0"/>
              <a:t>compara o HMAC da mensagem recebida com o HMAC calculado pelo servidor, sendo a mensagem autenticada caso se a validação se verifique.</a:t>
            </a:r>
            <a:endParaRPr lang="pt-PT" sz="2000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B7D9F98-08AD-6B11-9F65-D920B3497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A58F7D0-2177-9AB1-F346-6A78C34237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E7C8ED4-A884-FAF5-8C39-0526E0B4862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923FBC4A-7EBC-5478-EB83-947A18B254ED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43A1461-347D-5D87-075C-CAA194343D6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EC041256-A697-54DB-B193-F914CCEC9519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38FEE565-2E06-2813-B88E-363998D0F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sp>
        <p:nvSpPr>
          <p:cNvPr id="14" name="Marcador de Posição de Conteúdo 2">
            <a:extLst>
              <a:ext uri="{FF2B5EF4-FFF2-40B4-BE49-F238E27FC236}">
                <a16:creationId xmlns:a16="http://schemas.microsoft.com/office/drawing/2014/main" id="{38049EEB-B7F3-B28E-D75C-007B291E7C7E}"/>
              </a:ext>
            </a:extLst>
          </p:cNvPr>
          <p:cNvSpPr txBox="1">
            <a:spLocks/>
          </p:cNvSpPr>
          <p:nvPr/>
        </p:nvSpPr>
        <p:spPr>
          <a:xfrm>
            <a:off x="5106074" y="2271928"/>
            <a:ext cx="3733125" cy="4037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02493331-E5BA-A2A6-787A-1F6367234F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1867357"/>
            <a:ext cx="6106377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4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89885-74F5-5345-D7C8-BC7AEB276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9E9F4D00-09E3-F57E-6215-A18A115FC3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10F091DE-6B6D-4426-CFDD-61DE099A3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11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84AF74B9-BC60-BC43-450E-B9BB38D28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Chat (Servidor)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B0F2C500-1F82-DC72-49ED-CE760C21EE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41FFAD9F-C3CF-79CA-F1D0-E60AD4519F6C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O servidor aguarda o input para dar resposta ao cliente.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A mensagem é encriptada para que possa ser validada do lado do cliente.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i="1" dirty="0"/>
              <a:t>“</a:t>
            </a:r>
            <a:r>
              <a:rPr lang="pt-PT" sz="2000" i="1" dirty="0" err="1"/>
              <a:t>send</a:t>
            </a:r>
            <a:r>
              <a:rPr lang="pt-PT" sz="2000" i="1" dirty="0"/>
              <a:t>()” </a:t>
            </a:r>
            <a:r>
              <a:rPr lang="pt-PT" sz="2000" dirty="0"/>
              <a:t>envia a mensagem através do </a:t>
            </a:r>
            <a:r>
              <a:rPr lang="pt-PT" sz="2000" dirty="0" err="1"/>
              <a:t>socket</a:t>
            </a:r>
            <a:r>
              <a:rPr lang="pt-PT" sz="2000" dirty="0"/>
              <a:t> com o separador a separar a mensagem e o HMAC para que seja feito um </a:t>
            </a:r>
            <a:r>
              <a:rPr lang="pt-PT" sz="2000" dirty="0" err="1"/>
              <a:t>split</a:t>
            </a:r>
            <a:r>
              <a:rPr lang="pt-PT" sz="2000" dirty="0"/>
              <a:t> do lado do cliente e validada a mensagem.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Quando o </a:t>
            </a:r>
            <a:r>
              <a:rPr lang="pt-PT" sz="2000" dirty="0" err="1"/>
              <a:t>loop</a:t>
            </a:r>
            <a:r>
              <a:rPr lang="pt-PT" sz="2000" dirty="0"/>
              <a:t> termina, cliente termina a conexão, é chamada a função </a:t>
            </a:r>
            <a:r>
              <a:rPr lang="pt-PT" sz="2000" i="1" dirty="0"/>
              <a:t>“</a:t>
            </a:r>
            <a:r>
              <a:rPr lang="pt-PT" sz="2000" i="1" dirty="0" err="1"/>
              <a:t>close</a:t>
            </a:r>
            <a:r>
              <a:rPr lang="pt-PT" sz="2000" i="1" dirty="0"/>
              <a:t>()” </a:t>
            </a:r>
            <a:r>
              <a:rPr lang="pt-PT" sz="2000" dirty="0"/>
              <a:t>e terminada a conexão.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BA8C183-D934-9B5A-E209-C696F6B9B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5DEB350-A0B1-C641-1AB2-4B45B4335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C895D3F-CD10-6D36-DAE1-4341C6EB555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C46F470F-9AA4-EF6B-DB7C-36A448DE10F1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112BC7C-B361-C6FB-4F72-B5AFF27D42A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72F90E6-6419-41EB-09DE-E6B2E5A1377E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DA81ACBA-77F0-C5ED-8423-AB00381A6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sp>
        <p:nvSpPr>
          <p:cNvPr id="14" name="Marcador de Posição de Conteúdo 2">
            <a:extLst>
              <a:ext uri="{FF2B5EF4-FFF2-40B4-BE49-F238E27FC236}">
                <a16:creationId xmlns:a16="http://schemas.microsoft.com/office/drawing/2014/main" id="{BE792EBE-513B-0B3A-422C-3F1717315E46}"/>
              </a:ext>
            </a:extLst>
          </p:cNvPr>
          <p:cNvSpPr txBox="1">
            <a:spLocks/>
          </p:cNvSpPr>
          <p:nvPr/>
        </p:nvSpPr>
        <p:spPr>
          <a:xfrm>
            <a:off x="5106074" y="2271928"/>
            <a:ext cx="3733125" cy="4037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2AC0ED4-495C-5D8E-440D-F7AFC540C3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4064" y="1518597"/>
            <a:ext cx="5658640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58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E60C9-C0E0-E0B9-1765-3737BE536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BF3F4354-3A83-C75B-A6EC-C99272699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A7704868-CC4A-38B6-1CBE-043F1854E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12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DC0F463C-6185-405F-81D9-EA5970891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Chat (Cliente)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957C97FC-F86B-94A7-52FD-4F77553AF79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4F7143E7-6D0D-5530-7E4B-A19039FABBF2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A chave utilizada para validar o HMAC é definida também do lado do cliente.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Tal como no servido é criado um </a:t>
            </a:r>
            <a:r>
              <a:rPr lang="pt-PT" sz="2000" dirty="0" err="1"/>
              <a:t>socket</a:t>
            </a:r>
            <a:r>
              <a:rPr lang="pt-PT" sz="2000" dirty="0"/>
              <a:t> IPv4 com protocolo TCP.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 err="1"/>
              <a:t>Host</a:t>
            </a:r>
            <a:r>
              <a:rPr lang="pt-PT" sz="2000" dirty="0"/>
              <a:t> e porta são definidas com os mesmos valores do servidor.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O cliente estabelece conexão com o servidor.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2E253B2-5CF6-9137-BAD3-5281EB308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0C0B2C6-9A22-A069-4B1A-33EE6B6F1C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0979AEF-B786-FE6D-A1BF-4856D063EDF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5A584760-6200-BCB5-CA67-7484B129A558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ECB3CAA-B4EB-13D2-1D58-469CB789E87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8A6F45C5-4396-75A2-C611-D2D25148B2F7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058571B5-1917-7470-1FD2-1D3A3ABBF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sp>
        <p:nvSpPr>
          <p:cNvPr id="14" name="Marcador de Posição de Conteúdo 2">
            <a:extLst>
              <a:ext uri="{FF2B5EF4-FFF2-40B4-BE49-F238E27FC236}">
                <a16:creationId xmlns:a16="http://schemas.microsoft.com/office/drawing/2014/main" id="{04AB29DB-C653-85CB-2527-E1533424785B}"/>
              </a:ext>
            </a:extLst>
          </p:cNvPr>
          <p:cNvSpPr txBox="1">
            <a:spLocks/>
          </p:cNvSpPr>
          <p:nvPr/>
        </p:nvSpPr>
        <p:spPr>
          <a:xfrm>
            <a:off x="5106074" y="2271928"/>
            <a:ext cx="3733125" cy="4037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8F38BD3-23B4-3166-B1BD-0C693C32B5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5020" y="1376751"/>
            <a:ext cx="5582429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978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74B56-8138-B2C9-A9E8-26F9B7123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85CC40FA-4486-C0F7-65AE-E87E3BA36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494BB747-2B10-1D68-AA85-D2414CA25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13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C269BE34-540B-FF2D-411B-C5CEC450F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Chat (Cliente)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579C5CF0-7FE1-EB3E-4FC1-9064CB51052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090E1D78-8ED9-6E00-273C-6790FA0891C3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O programa aguarda que o utilizador insira a mensagem.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É gerado o HMAC para a mensagem para que possa ser validada a autenticidade do lado do servidor.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O cliente envia a mensagem e aguarda a resposta do servidor, com tamanho máximo de 1024 bytes.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A resposta do servidor é separada em mensagem e HMAC. A mensagem é transformada de bytes para </a:t>
            </a:r>
            <a:r>
              <a:rPr lang="pt-PT" sz="2000" dirty="0" err="1"/>
              <a:t>string</a:t>
            </a:r>
            <a:r>
              <a:rPr lang="pt-PT" sz="2000" dirty="0"/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EEF9EFB-0CF8-5BC6-ED59-BCE840A39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724675F-6968-D62F-717C-5DDD516A46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DB6D94F-991B-C1BC-9ED3-C3A7EAC4E2D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FC28F092-493B-AF3A-C829-634E148D3B8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C6DD160-6C4E-AE76-4B28-2891B518599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059100C-5209-15CD-1739-41A41B3E7712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AF692C12-0A47-0998-3BE9-7374D18D2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sp>
        <p:nvSpPr>
          <p:cNvPr id="14" name="Marcador de Posição de Conteúdo 2">
            <a:extLst>
              <a:ext uri="{FF2B5EF4-FFF2-40B4-BE49-F238E27FC236}">
                <a16:creationId xmlns:a16="http://schemas.microsoft.com/office/drawing/2014/main" id="{93EC3E88-00D5-49D5-62B1-4916F4570689}"/>
              </a:ext>
            </a:extLst>
          </p:cNvPr>
          <p:cNvSpPr txBox="1">
            <a:spLocks/>
          </p:cNvSpPr>
          <p:nvPr/>
        </p:nvSpPr>
        <p:spPr>
          <a:xfrm>
            <a:off x="5106074" y="2271928"/>
            <a:ext cx="3733125" cy="4037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A1B27DA-628F-BBB4-F4D4-AED98EA58C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0" y="1114475"/>
            <a:ext cx="6208597" cy="25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795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330B1-646A-589E-28D9-E79C6BC30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5C64CA1F-E537-8C7F-1D01-6AACF5DBE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E2247834-7E0D-94BB-C432-A758CD2DD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14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352D7F-D01F-5ACB-B210-054BA4F8FD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Chat (Cliente)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3575036E-6477-769F-875B-ABB37A805F8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2C5DEEEA-47C5-5964-91DF-442C436C9B69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É validado o HMAC da mensagem recebida do servidor e apresentada no terminal o resultado da validação.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68930DD-636A-C9DD-D0BA-B1C063A74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CC2E1A9-E41B-B44A-7A88-5EC13B59A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F6D8D94-6C0A-E73E-7B25-9A6592E5EB9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4B348833-AA2B-E93B-1AC6-55C3E6CCD8BD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2C70213-B0E9-C075-53EB-B4510B5D37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44A2EB6-B73E-6A65-E6F1-3B19BC525BCA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44E9DB96-7B17-9C7E-6D13-F8F8DE065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sp>
        <p:nvSpPr>
          <p:cNvPr id="14" name="Marcador de Posição de Conteúdo 2">
            <a:extLst>
              <a:ext uri="{FF2B5EF4-FFF2-40B4-BE49-F238E27FC236}">
                <a16:creationId xmlns:a16="http://schemas.microsoft.com/office/drawing/2014/main" id="{F884F5BA-C344-6EC2-223A-B166EC28A0D7}"/>
              </a:ext>
            </a:extLst>
          </p:cNvPr>
          <p:cNvSpPr txBox="1">
            <a:spLocks/>
          </p:cNvSpPr>
          <p:nvPr/>
        </p:nvSpPr>
        <p:spPr>
          <a:xfrm>
            <a:off x="5106074" y="2271928"/>
            <a:ext cx="3733125" cy="4037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9DF69D0-8247-9041-DE1F-0552D5C575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2920" y="1440480"/>
            <a:ext cx="6582694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834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1BF80-2E49-0A8B-13B6-59EDC5C5E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791B3D51-E367-5F68-D29F-79990FC7E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E8506BD6-466F-D49B-66BF-E49FCFDAC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15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0CCE621C-8625-3DD1-D66C-EEC4998BB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Chat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9854E0D9-2656-E271-AC32-91C2E2EFAE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09DD7C62-82F0-BA01-F219-F931E9824CAC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Servidor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Cliente</a:t>
            </a:r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Servidor aguarda conexões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Cliente envia a mensagem “teste” e a autenticação é validada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Servidor retorna a mensagem “Resposta Servidor” e é validada a autenticação do lado do cliente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4529C45-1434-DFF8-DF36-58A7DA185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A308844-02B6-81DD-5071-AF9728C33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0538230-3FCE-249D-DE41-49C61A5C1FA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7E710B6A-06A5-0D50-6441-4171F03CA14C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3786000-7AF9-7A7E-F923-20BB751B577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9FC21917-1FA9-D28B-71EE-75AB0889C0B8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0E8B7880-AA81-87EC-D1CC-1C8933A9A2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sp>
        <p:nvSpPr>
          <p:cNvPr id="14" name="Marcador de Posição de Conteúdo 2">
            <a:extLst>
              <a:ext uri="{FF2B5EF4-FFF2-40B4-BE49-F238E27FC236}">
                <a16:creationId xmlns:a16="http://schemas.microsoft.com/office/drawing/2014/main" id="{09FF5F88-CB50-23BC-603D-756CFE01F276}"/>
              </a:ext>
            </a:extLst>
          </p:cNvPr>
          <p:cNvSpPr txBox="1">
            <a:spLocks/>
          </p:cNvSpPr>
          <p:nvPr/>
        </p:nvSpPr>
        <p:spPr>
          <a:xfrm>
            <a:off x="5106074" y="2271928"/>
            <a:ext cx="3733125" cy="4037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0DC3EA7-6481-448F-91E0-9889B66F41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75" y="3083617"/>
            <a:ext cx="9020542" cy="69076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CD626E25-0C20-46FC-970E-6C3465B057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75" y="1626318"/>
            <a:ext cx="9014192" cy="107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461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15CF0-6434-FCB6-D1AC-5B4008290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A8C33439-F71A-EC9F-FADD-0B8954270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A71AB801-26BC-97EC-BA9E-FE79DA098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16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A860658F-44CA-E07D-3F52-FD24787BF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JSON (Servidor)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BE130EFE-A60C-093E-2082-463D6739961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44D7B606-1849-4B5B-174F-033CE4BF6D2E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Como no exemplo anterior a criado um </a:t>
            </a:r>
            <a:r>
              <a:rPr lang="pt-PT" sz="2000" dirty="0" err="1"/>
              <a:t>Socket</a:t>
            </a:r>
            <a:r>
              <a:rPr lang="pt-PT" sz="2000" dirty="0"/>
              <a:t> com IPv4 e TCP.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Neste exemplo o ‘</a:t>
            </a:r>
            <a:r>
              <a:rPr lang="pt-PT" sz="2000" dirty="0" err="1"/>
              <a:t>Host</a:t>
            </a:r>
            <a:r>
              <a:rPr lang="pt-PT" sz="2000" dirty="0"/>
              <a:t>’ é definido como ‘0.0.0.0’ o que significa que o </a:t>
            </a:r>
            <a:r>
              <a:rPr lang="pt-PT" sz="2000" dirty="0" err="1"/>
              <a:t>socket</a:t>
            </a:r>
            <a:r>
              <a:rPr lang="pt-PT" sz="2000" dirty="0"/>
              <a:t> vai escutar em todas as interfaces de rede para além do local </a:t>
            </a:r>
            <a:r>
              <a:rPr lang="pt-PT" sz="2000" dirty="0" err="1"/>
              <a:t>host</a:t>
            </a:r>
            <a:r>
              <a:rPr lang="pt-PT" sz="2000" dirty="0"/>
              <a:t> como </a:t>
            </a:r>
            <a:r>
              <a:rPr lang="pt-PT" sz="2000" dirty="0" err="1"/>
              <a:t>Wi-fi</a:t>
            </a:r>
            <a:r>
              <a:rPr lang="pt-PT" sz="2000" dirty="0"/>
              <a:t>, Ethernet , </a:t>
            </a:r>
            <a:r>
              <a:rPr lang="pt-PT" sz="2000" dirty="0" err="1"/>
              <a:t>VMs</a:t>
            </a:r>
            <a:r>
              <a:rPr lang="pt-PT" sz="20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O servidor fica à escuta até um cliente se conectar.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19FF519-65A6-3DCC-EB05-BFC9A9081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336D623-ADE5-CFEE-022A-27EDF6A96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872F342-994C-E969-0F10-E118F1FACC1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6CD98970-4FAA-4933-FDB5-1694BC6E723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17BDFAB-BD9F-9921-AC43-594D4D10D4A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A6D7D88-2BE2-8D16-116F-554AB783B414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26EEA8B4-ECCF-D761-DB5D-8AB95437C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sp>
        <p:nvSpPr>
          <p:cNvPr id="14" name="Marcador de Posição de Conteúdo 2">
            <a:extLst>
              <a:ext uri="{FF2B5EF4-FFF2-40B4-BE49-F238E27FC236}">
                <a16:creationId xmlns:a16="http://schemas.microsoft.com/office/drawing/2014/main" id="{BE26B446-A25A-5F8E-4C5A-A58FDB0F67F6}"/>
              </a:ext>
            </a:extLst>
          </p:cNvPr>
          <p:cNvSpPr txBox="1">
            <a:spLocks/>
          </p:cNvSpPr>
          <p:nvPr/>
        </p:nvSpPr>
        <p:spPr>
          <a:xfrm>
            <a:off x="5106074" y="2271928"/>
            <a:ext cx="3733125" cy="4037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66ED5CF-C693-B412-C853-E47CBB55AD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6217" y="1475935"/>
            <a:ext cx="4953691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325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769CB-6CF8-531A-9BDD-F1494B9C6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F2F0190B-9855-E5A0-2ED1-D599C9126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8F119790-9ECB-E54F-EB1B-5FCACD4F2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17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6A780929-8D8E-A2F0-7665-2A521F5EA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JSON (Servidor)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18E1C59F-9C8E-31F9-DE92-9B751763BE0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2C53A4AA-AF50-FEFA-4875-58E39A71D858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‘</a:t>
            </a:r>
            <a:r>
              <a:rPr lang="pt-PT" sz="2000" dirty="0" err="1"/>
              <a:t>Conn</a:t>
            </a:r>
            <a:r>
              <a:rPr lang="pt-PT" sz="2000" dirty="0"/>
              <a:t>’ corresponde ao </a:t>
            </a:r>
            <a:r>
              <a:rPr lang="pt-PT" sz="2000" dirty="0" err="1"/>
              <a:t>socket</a:t>
            </a:r>
            <a:r>
              <a:rPr lang="pt-PT" sz="2000" dirty="0"/>
              <a:t> da conexão atual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O servidor recebe </a:t>
            </a:r>
            <a:r>
              <a:rPr lang="pt-PT" sz="2000" dirty="0" err="1"/>
              <a:t>atê</a:t>
            </a:r>
            <a:r>
              <a:rPr lang="pt-PT" sz="2000" dirty="0"/>
              <a:t> 1024 bytes do cliente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O </a:t>
            </a:r>
            <a:r>
              <a:rPr lang="pt-PT" sz="2000" dirty="0" err="1"/>
              <a:t>chunk</a:t>
            </a:r>
            <a:r>
              <a:rPr lang="pt-PT" sz="2000" dirty="0"/>
              <a:t> recebido é descodificado com UTF-8 e é validado se o formato do JSON está correto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BDD3DD2-833D-B576-C87F-94314D059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A0489B6-7E82-7892-731E-8D3AED324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F94CF9D-6AA0-F745-DBC6-F6FE84530AA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3B202CE7-DF15-26AD-0F87-3F60132CDD75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2F8C4BD-5B14-5C60-7472-B0186EBBB52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0DE7FA6A-77A6-2BAF-421A-FACC8D8C00B1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0A0E6179-1917-2584-8561-E4FF288FC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sp>
        <p:nvSpPr>
          <p:cNvPr id="14" name="Marcador de Posição de Conteúdo 2">
            <a:extLst>
              <a:ext uri="{FF2B5EF4-FFF2-40B4-BE49-F238E27FC236}">
                <a16:creationId xmlns:a16="http://schemas.microsoft.com/office/drawing/2014/main" id="{30994098-8CFE-B4E1-B6B6-A01A7C4123B3}"/>
              </a:ext>
            </a:extLst>
          </p:cNvPr>
          <p:cNvSpPr txBox="1">
            <a:spLocks/>
          </p:cNvSpPr>
          <p:nvPr/>
        </p:nvSpPr>
        <p:spPr>
          <a:xfrm>
            <a:off x="5106074" y="2271928"/>
            <a:ext cx="3733125" cy="4037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566525E-1388-502C-F52E-F8DB4899A5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9942" y="1234953"/>
            <a:ext cx="4115374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239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E597F-DBC6-46F8-021F-32D2C4237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109C51C1-CE94-AA21-4FFD-078F2465E3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A2577E33-C34A-A6D7-18C9-FE9FD7EED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18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E9C6DB54-029C-0332-C2A3-A1261758A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JSON (Cliente)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F4E2F371-6896-966D-64FD-65D8C2014E2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1B22FAE0-1721-46A6-EF58-CD0EF27C4655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É definido o endereço e porta ao qual o cliente se vai conectar, neste caso </a:t>
            </a:r>
            <a:r>
              <a:rPr lang="pt-PT" sz="2000" dirty="0" err="1"/>
              <a:t>localhost</a:t>
            </a:r>
            <a:r>
              <a:rPr lang="pt-PT" sz="2000" dirty="0"/>
              <a:t>. Como o Servidor está a escuta em todas as interfaces ao definir o endereço como </a:t>
            </a:r>
            <a:r>
              <a:rPr lang="pt-PT" sz="2000" dirty="0" err="1"/>
              <a:t>localhost</a:t>
            </a:r>
            <a:r>
              <a:rPr lang="pt-PT" sz="2000" dirty="0"/>
              <a:t> é possível estabelecer a conexão.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São criados dois dicionários, codificados para JSON </a:t>
            </a:r>
            <a:r>
              <a:rPr lang="pt-PT" sz="2000" dirty="0" err="1"/>
              <a:t>string</a:t>
            </a:r>
            <a:r>
              <a:rPr lang="pt-PT" sz="2000" dirty="0"/>
              <a:t> e convertidos em bytes para serem enviados através do </a:t>
            </a:r>
            <a:r>
              <a:rPr lang="pt-PT" sz="2000" dirty="0" err="1"/>
              <a:t>socket</a:t>
            </a:r>
            <a:r>
              <a:rPr lang="pt-PT" sz="2000" dirty="0"/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11AD5B3-B363-666A-EE16-6E3D7B168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E4BBEB8-20D0-1BB4-0EFB-250839361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946F5A6-BD24-0CDC-45F6-52C7F9FCFD9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972B2555-E865-CB3B-955C-403FEA106E7E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5AD8A02-0147-4011-66B2-70F502A2F5D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9B5BECA8-5454-8CF9-EA1C-3B710A17D035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84907D1A-8714-FEF4-A69A-B9FF0941E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sp>
        <p:nvSpPr>
          <p:cNvPr id="14" name="Marcador de Posição de Conteúdo 2">
            <a:extLst>
              <a:ext uri="{FF2B5EF4-FFF2-40B4-BE49-F238E27FC236}">
                <a16:creationId xmlns:a16="http://schemas.microsoft.com/office/drawing/2014/main" id="{80A48003-99D6-95C8-373E-61FD86C95B0A}"/>
              </a:ext>
            </a:extLst>
          </p:cNvPr>
          <p:cNvSpPr txBox="1">
            <a:spLocks/>
          </p:cNvSpPr>
          <p:nvPr/>
        </p:nvSpPr>
        <p:spPr>
          <a:xfrm>
            <a:off x="5106074" y="2271928"/>
            <a:ext cx="3733125" cy="4037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8717686-EBC3-5B8A-55F6-54BEBC48D1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084" y="1114475"/>
            <a:ext cx="7401958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873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F2FC-9E5B-DCC1-42A0-2D6CEEE41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5062067D-059D-8D31-5DE2-48BA9797B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9EE8F7B8-9289-6155-9844-238BD8635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19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D95512C2-2EF9-98C0-2429-4A30FC241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JSON (Cliente)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CDC033EB-44E7-ED2C-C7B2-1006E62537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860F63C7-2C47-480F-4B4E-F2FB97ED9319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É criado um </a:t>
            </a:r>
            <a:r>
              <a:rPr lang="pt-PT" sz="2000" dirty="0" err="1"/>
              <a:t>socket</a:t>
            </a:r>
            <a:r>
              <a:rPr lang="pt-PT" sz="2000" dirty="0"/>
              <a:t> e estabelecida a conexão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A mensagem 1 é enviada fragmentada em duas mensagens diferentes e a mensagem 2 enviada na totalidade. Isto permite analisar o comportamento do servidor na receção.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959FCC8-5CA1-C2A9-0381-6468AD39C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F05AD9C-253A-C408-798D-DE13EA969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609646E3-3F2C-D8BB-554F-4812769058A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CF6B456B-91DF-99B1-8E92-699F44E2AA21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0E454C1-319D-B2AE-2786-0EB3CD709AA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5CD4DE3-6A9C-2D7A-7008-CA8095222B11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99D39577-D973-36E1-FB4B-7E4A94940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sp>
        <p:nvSpPr>
          <p:cNvPr id="14" name="Marcador de Posição de Conteúdo 2">
            <a:extLst>
              <a:ext uri="{FF2B5EF4-FFF2-40B4-BE49-F238E27FC236}">
                <a16:creationId xmlns:a16="http://schemas.microsoft.com/office/drawing/2014/main" id="{70B2710D-9954-26BE-1D3C-FBC1DC03F6C5}"/>
              </a:ext>
            </a:extLst>
          </p:cNvPr>
          <p:cNvSpPr txBox="1">
            <a:spLocks/>
          </p:cNvSpPr>
          <p:nvPr/>
        </p:nvSpPr>
        <p:spPr>
          <a:xfrm>
            <a:off x="5106074" y="2271928"/>
            <a:ext cx="3733125" cy="4037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3EDBCE31-6986-2218-3EEE-ABD2528275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084" y="1114475"/>
            <a:ext cx="7401958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915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34797-2C81-5D6F-DA66-99E19FFFE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5D95A686-AF02-DBA9-2819-D83EF6A94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9C13D708-54CC-EB9A-A6A1-FC8172879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20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11FBE8-EBAE-60AD-A231-270384544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Execução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807A46CA-163B-9B1C-16A3-4F4C0F9F4BF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8AB56706-BAF3-59C7-ED04-72015A26B832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O servidor encontra-se a escutar na porta 5000 até que o cliente estabelece a ligação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Quando o cliente se conecta é apresentado o IP do mesmo e a porta da conexão. A porta apresentada quando o cliente se conecta corresponde à porta de saída do cliente e é atribuída automaticamente pelo sistema. Esta é a porta onde o cliente envia dados.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Ambas as metades recebidas da mensagem 1 deram erro ao carregar o JSON porque vieram incompletas.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A mensagem 2 foi enviada na totalidade e o JSON carregado corretamente.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AC6B831-6526-C645-2FD1-B7938CC9D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3F202BA-EDE3-EEBA-6E42-06A61ACA7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C11647E-2D60-1E93-5057-3F2CD527C63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E10B2136-BA17-3F86-7ECD-FEF07DF4A7FD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C62F5D9-6316-9BFC-D9CA-4ED152FA5E6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618CC978-8450-6047-C4BC-40E1E8C5CECC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4DD9EB65-09CF-0F94-F919-54829EBD8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sp>
        <p:nvSpPr>
          <p:cNvPr id="14" name="Marcador de Posição de Conteúdo 2">
            <a:extLst>
              <a:ext uri="{FF2B5EF4-FFF2-40B4-BE49-F238E27FC236}">
                <a16:creationId xmlns:a16="http://schemas.microsoft.com/office/drawing/2014/main" id="{097DFA63-AD38-C999-63A7-19A9621E4D66}"/>
              </a:ext>
            </a:extLst>
          </p:cNvPr>
          <p:cNvSpPr txBox="1">
            <a:spLocks/>
          </p:cNvSpPr>
          <p:nvPr/>
        </p:nvSpPr>
        <p:spPr>
          <a:xfrm>
            <a:off x="5106074" y="2271928"/>
            <a:ext cx="3733125" cy="4037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4AAA2407-0857-FD3F-F7FE-EC3A028818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06" y="1208347"/>
            <a:ext cx="7392432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540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1EBA7-6627-7B12-2165-F767DD6AC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EC23C4C2-2380-4F9B-3DEA-B971ABAE6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001BA69D-08A1-3AEE-4D02-509EBC14D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21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FB9922B5-A2E0-CDD7-7CCA-18A4704AD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RPC (Servidor)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0EDC3F5-401F-8CEC-521D-E5D62405C18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E9452BB0-7F0F-4D1B-621B-AACE08278AFB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A função auxiliar </a:t>
            </a:r>
            <a:r>
              <a:rPr lang="pt-PT" sz="2000" i="1" dirty="0"/>
              <a:t>‘</a:t>
            </a:r>
            <a:r>
              <a:rPr lang="pt-PT" sz="2000" i="1" dirty="0" err="1"/>
              <a:t>recv_exact</a:t>
            </a:r>
            <a:r>
              <a:rPr lang="pt-PT" sz="2000" i="1" dirty="0"/>
              <a:t>’ </a:t>
            </a:r>
            <a:r>
              <a:rPr lang="pt-PT" sz="2000" dirty="0"/>
              <a:t>garante que o servidor lê a mensagem completa mesmo que ela chegue fracionada. Ao contrario do exemplo anterior em que uma mensagem enviada em 2 partes não era recebida corretamente.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57EB5B0-1B88-7AA8-1602-ABC5DB22D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C2D9420-C064-3A68-6F03-9D5CA82BC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9E0083B-E0F8-8920-0D9A-78529F2894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BFED9582-2973-0A75-CF7E-6060817B1A5C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7A0003A-28CF-71F0-47AD-8A180B5368F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AC6AF3E9-194F-C028-CBEF-212A4D47E461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EDDE0499-47CD-1017-2820-AA9259B54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sp>
        <p:nvSpPr>
          <p:cNvPr id="14" name="Marcador de Posição de Conteúdo 2">
            <a:extLst>
              <a:ext uri="{FF2B5EF4-FFF2-40B4-BE49-F238E27FC236}">
                <a16:creationId xmlns:a16="http://schemas.microsoft.com/office/drawing/2014/main" id="{D86054CA-8CE4-9B45-96DF-73345EA9939F}"/>
              </a:ext>
            </a:extLst>
          </p:cNvPr>
          <p:cNvSpPr txBox="1">
            <a:spLocks/>
          </p:cNvSpPr>
          <p:nvPr/>
        </p:nvSpPr>
        <p:spPr>
          <a:xfrm>
            <a:off x="5106074" y="2271928"/>
            <a:ext cx="3733125" cy="4037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1B56DFC-10D1-8D88-6D1D-C37EF8FC63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9303" y="1358462"/>
            <a:ext cx="4172532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291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CE55C-A0E6-024E-9801-4A68624D6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EE17CECD-AA17-92AA-B0D2-0868DFECF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D23DFDE8-DEE3-828C-1B1A-71842F257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22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3832F6ED-638C-3EB8-287F-26DF25CA1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RPC (Servidor)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EA6EEE99-1B22-C010-D9A4-3EFB3C39652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9D4184F5-3081-9DE2-A79C-03015C45A931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O servidor vai escutar em todas as interfaces na porta 5000.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O </a:t>
            </a:r>
            <a:r>
              <a:rPr lang="pt-PT" sz="2000" dirty="0" err="1"/>
              <a:t>socket</a:t>
            </a:r>
            <a:r>
              <a:rPr lang="pt-PT" sz="2000" dirty="0"/>
              <a:t> é criado com IPv4 e TCP e aguarda até ter uma conexão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CF4DCE9-F230-F972-3FD3-ECD8E6DFC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C06A66F-2E0A-A6EF-E358-7461C44B7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508E0E4-6F48-68FB-9FE8-5A54661422F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F6A5E35B-D2D5-B347-8F23-2E0DE130ECB6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6993B6B-C907-384E-9725-4B25B48922E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9B9884E1-3511-BFD5-1EBE-41AE19FFBB29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A409A8E4-B89D-EF80-19EE-1E298A8ED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sp>
        <p:nvSpPr>
          <p:cNvPr id="14" name="Marcador de Posição de Conteúdo 2">
            <a:extLst>
              <a:ext uri="{FF2B5EF4-FFF2-40B4-BE49-F238E27FC236}">
                <a16:creationId xmlns:a16="http://schemas.microsoft.com/office/drawing/2014/main" id="{24A379EB-7BAB-7254-974A-65778071E51F}"/>
              </a:ext>
            </a:extLst>
          </p:cNvPr>
          <p:cNvSpPr txBox="1">
            <a:spLocks/>
          </p:cNvSpPr>
          <p:nvPr/>
        </p:nvSpPr>
        <p:spPr>
          <a:xfrm>
            <a:off x="5106074" y="2271928"/>
            <a:ext cx="3733125" cy="4037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5479FB46-01CD-3B94-5B8A-3899C129CF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6103" y="2071305"/>
            <a:ext cx="4896533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5415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EA96D-3382-BBA5-BBF3-0E58020D9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BD0B5F42-955C-305F-E767-585F8BF13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489BCE95-F798-8EAE-3BB7-7859580CC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23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D218E4D3-7B14-2B32-0393-67E2497D0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RPC (Servidor)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6D63DB68-1E2E-33E7-A936-65EA0E6EF44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FD59495A-EAFE-2561-E73A-FC5806882CD6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O </a:t>
            </a:r>
            <a:r>
              <a:rPr lang="pt-PT" sz="2000" dirty="0" err="1"/>
              <a:t>header</a:t>
            </a:r>
            <a:r>
              <a:rPr lang="pt-PT" sz="2000" dirty="0"/>
              <a:t> recebido é representado por cinco bytes. O primeiro byte corresponde à </a:t>
            </a:r>
            <a:r>
              <a:rPr lang="pt-PT" sz="2000" dirty="0" err="1"/>
              <a:t>flag</a:t>
            </a:r>
            <a:r>
              <a:rPr lang="pt-PT" sz="2000" dirty="0"/>
              <a:t> e os quatro seguintes indicam o tamanho da mensagem.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i="1" dirty="0"/>
              <a:t>‘</a:t>
            </a:r>
            <a:r>
              <a:rPr lang="pt-PT" sz="2000" i="1" dirty="0" err="1"/>
              <a:t>struck.unpack</a:t>
            </a:r>
            <a:r>
              <a:rPr lang="pt-PT" sz="2000" i="1" dirty="0"/>
              <a:t>’</a:t>
            </a:r>
            <a:r>
              <a:rPr lang="pt-PT" sz="2000" dirty="0"/>
              <a:t> recebe como parâmetros o formato, </a:t>
            </a:r>
            <a:r>
              <a:rPr lang="pt-PT" sz="2000" dirty="0" err="1"/>
              <a:t>big-endian</a:t>
            </a:r>
            <a:r>
              <a:rPr lang="pt-PT" sz="2000" dirty="0"/>
              <a:t>, e o intervalo de índices que representam o tamanho da mensagem.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Com o tamanho real da mensagem em bytes podemos ler a mensagem completa e armazenar no </a:t>
            </a:r>
            <a:r>
              <a:rPr lang="pt-PT" sz="2000" dirty="0" err="1"/>
              <a:t>payload</a:t>
            </a:r>
            <a:r>
              <a:rPr lang="pt-PT" sz="2000" dirty="0"/>
              <a:t> ainda em bytes.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16F4368-C979-CAA1-ADD0-25894C598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A9B3049-2DDE-BC80-B8EE-61C7A2100A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727D837-0283-CE05-0D42-FEC226FEE5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D8B190F5-4C25-E58A-EE91-06777FEDD78A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E2EFF8B-4D7E-7EFF-FDF4-E0884F94B1F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7D52227-0084-E780-4555-B7B519DABEBC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8923E1CB-BC0C-0DBB-0F1D-45B93A016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F592129-C705-AD69-B38E-38CBD4C7C8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182008"/>
            <a:ext cx="9144000" cy="217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5539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1E5E2-5C3A-C08E-4AD0-6FCA42D06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D7C666E1-1E25-A9D9-D9DA-F44FEB717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3A99FE2D-AC9D-BBD9-335B-0A9BF76A8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24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1DDE7F14-2F80-F21E-451B-05B6EDB1D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RPC (Servidor)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26A64343-1CD0-C47D-EE06-174DF17411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F003AD6E-365F-EF9E-EF8E-A4C9832B71DE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algn="just"/>
            <a:endParaRPr lang="pt-PT" sz="2000" i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i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O </a:t>
            </a:r>
            <a:r>
              <a:rPr lang="pt-PT" sz="2000" dirty="0" err="1"/>
              <a:t>payload</a:t>
            </a:r>
            <a:r>
              <a:rPr lang="pt-PT" sz="2000" dirty="0"/>
              <a:t> é convertido de bytes para JSON e transformado num dicionário.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A mensagem é validada e caso o parâmetro ‘</a:t>
            </a:r>
            <a:r>
              <a:rPr lang="pt-PT" sz="2000" dirty="0" err="1"/>
              <a:t>op</a:t>
            </a:r>
            <a:r>
              <a:rPr lang="pt-PT" sz="2000" dirty="0"/>
              <a:t>’ corresponde à soma, somamos os valores para devolver ao cliente.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O resultado tem que ser convertido para bytes antes de ser enviado para o cliente. O resultado é enviado com quatros bytes em formato </a:t>
            </a:r>
            <a:r>
              <a:rPr lang="pt-PT" sz="2000" dirty="0" err="1"/>
              <a:t>big</a:t>
            </a:r>
            <a:r>
              <a:rPr lang="pt-PT" sz="2000" dirty="0"/>
              <a:t> </a:t>
            </a:r>
            <a:r>
              <a:rPr lang="pt-PT" sz="2000" dirty="0" err="1"/>
              <a:t>endian</a:t>
            </a:r>
            <a:r>
              <a:rPr lang="pt-PT" sz="2000" dirty="0"/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4E40A93-62C7-42FC-ED31-2F59D3B18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3000D09-162B-1CFB-E860-EC823E420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4EEB452-C535-21DB-3F80-9E106F65A0A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C98A0094-E316-2955-E5ED-9C494DFF165D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0CDF444-CD73-9E0C-EED4-CA06BDB0CB0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A61E85EA-0010-A960-F9DF-2496D83294AD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47643DE0-8FD4-546B-97CF-9BA1BD523F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369C9965-A56F-300D-CF9B-51B2660F56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3154" y="1056385"/>
            <a:ext cx="5677692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9564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700B9-04CA-1A00-542B-03233C1D8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4175BE3C-DFFE-8007-76B9-7A6849CDB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5DA15DE0-150C-FC47-3269-D2737A897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25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CE52FB02-6054-F69E-38D6-2AF469277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RPC (Cliente)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CB6A57DC-0D13-CBCF-1100-365F7F7AA5A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FBFD9FF2-B8F4-5B42-4B40-96BEFEDEFC35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Endereço e porta usada para conectar o </a:t>
            </a:r>
            <a:r>
              <a:rPr lang="pt-PT" sz="2000" dirty="0" err="1"/>
              <a:t>socket</a:t>
            </a:r>
            <a:r>
              <a:rPr lang="pt-PT" sz="2000" dirty="0"/>
              <a:t> do cliente.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A função </a:t>
            </a:r>
            <a:r>
              <a:rPr lang="pt-PT" sz="2000" i="1" dirty="0"/>
              <a:t>‘</a:t>
            </a:r>
            <a:r>
              <a:rPr lang="pt-PT" sz="2000" i="1" dirty="0" err="1"/>
              <a:t>build_framed</a:t>
            </a:r>
            <a:r>
              <a:rPr lang="pt-PT" sz="2000" i="1" dirty="0"/>
              <a:t>’ </a:t>
            </a:r>
            <a:r>
              <a:rPr lang="pt-PT" sz="2000" dirty="0"/>
              <a:t>criar o ‘</a:t>
            </a:r>
            <a:r>
              <a:rPr lang="pt-PT" sz="2000" dirty="0" err="1"/>
              <a:t>frame</a:t>
            </a:r>
            <a:r>
              <a:rPr lang="pt-PT" sz="2000" dirty="0"/>
              <a:t>’ para a mensagem que vai ser enviada para o servidor. O valor retornado é armazenado na variável a enviar e contém o </a:t>
            </a:r>
            <a:r>
              <a:rPr lang="pt-PT" sz="2000" dirty="0" err="1"/>
              <a:t>header</a:t>
            </a:r>
            <a:r>
              <a:rPr lang="pt-PT" sz="2000" dirty="0"/>
              <a:t> com 5 bytes, 1 para a </a:t>
            </a:r>
            <a:r>
              <a:rPr lang="pt-PT" sz="2000" dirty="0" err="1"/>
              <a:t>flag</a:t>
            </a:r>
            <a:r>
              <a:rPr lang="pt-PT" sz="2000" dirty="0"/>
              <a:t> e 4 para representar o tamanho do </a:t>
            </a:r>
            <a:r>
              <a:rPr lang="pt-PT" sz="2000" dirty="0" err="1"/>
              <a:t>payload</a:t>
            </a:r>
            <a:r>
              <a:rPr lang="pt-PT" sz="2000" dirty="0"/>
              <a:t> e o </a:t>
            </a:r>
            <a:r>
              <a:rPr lang="pt-PT" sz="2000" dirty="0" err="1"/>
              <a:t>payload</a:t>
            </a:r>
            <a:r>
              <a:rPr lang="pt-PT" sz="2000" dirty="0"/>
              <a:t> em si.</a:t>
            </a:r>
            <a:endParaRPr lang="pt-PT" sz="2000" i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4AF420B-A9A1-1AEE-BD87-208439C2C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34AB40C-B136-CB8D-1962-C22EE74A4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701F98B-E2E1-00E8-9D4A-093B6E681AA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532F405A-9F2A-D425-6C8B-8D1AC471F163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3A8E7DA-596D-F1D0-668A-E89B5156EB9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32F20CA4-DF17-DCB4-EAAA-3B87D4878618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CCDF1144-E6CD-F271-0E5B-E4D6A7C7A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4E6769B-30A6-9CDA-D5A9-34B3AD6342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0086" y="1358462"/>
            <a:ext cx="6782747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6816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A80AB-A92C-8B39-89C0-C5E3E8F50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56C83C46-6B35-869F-701C-D48DD9B2F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2EC3C6C-ECCC-8AC8-8AAC-E3F1D2DCA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26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FAEEFEA3-0C56-6FE5-BA0E-9A8DF81AB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RPC (Cliente)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D356BAE9-DAFC-21FF-377E-286DE2909F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228BEFE6-AE73-9CA3-5445-18E7B896F68C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A função </a:t>
            </a:r>
            <a:r>
              <a:rPr lang="pt-PT" sz="2000" i="1" dirty="0"/>
              <a:t>‘soma()’ </a:t>
            </a:r>
            <a:r>
              <a:rPr lang="pt-PT" sz="2000" dirty="0"/>
              <a:t>a chamada na </a:t>
            </a:r>
            <a:r>
              <a:rPr lang="pt-PT" sz="2000" dirty="0" err="1"/>
              <a:t>main</a:t>
            </a:r>
            <a:r>
              <a:rPr lang="pt-PT" sz="2000" dirty="0"/>
              <a:t> e recebe dois números inteiros como </a:t>
            </a:r>
            <a:r>
              <a:rPr lang="pt-PT" sz="2000" dirty="0" err="1"/>
              <a:t>parametros</a:t>
            </a:r>
            <a:r>
              <a:rPr lang="pt-PT" sz="2000" dirty="0"/>
              <a:t>. Esta função é responsável por criar o </a:t>
            </a:r>
            <a:r>
              <a:rPr lang="pt-PT" sz="2000" dirty="0" err="1"/>
              <a:t>socket</a:t>
            </a:r>
            <a:r>
              <a:rPr lang="pt-PT" sz="2000" dirty="0"/>
              <a:t> e estabelecer a conexão com o servidor.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A mensagem é criada com a função auxiliar e o resultado da soma calculada no servidor retornada para o cliente, convertida de bytes para um numero inteiro e apresentada no terminal.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44E090B-1E94-C8F6-B416-1A0BE9F41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E8E9844-3B87-7CB3-BEE2-D6B8DCAECE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B2E1F4E-9E38-E5D5-41FA-D25A737F962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3F9E464C-0EB4-3427-8261-4C47251BD4AA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D0B5DF9-2FD3-8E5E-77D9-E2D760D47F5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15F10304-60A9-61AD-ED09-E482FD4CB341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0FEFDC17-636A-AA7E-89D2-D16203E73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4379EC9-F481-E3E1-4843-A312EF4D8C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0935" y="1129926"/>
            <a:ext cx="6592220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0215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BB4F9-20A2-9939-4890-D4167528F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5709AEDF-18F3-17A3-4AE0-21A06E31B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CA9A49FE-BCDE-CAE1-253D-748069A14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27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350465E9-4F86-06F7-7BB5-EBE18ED56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Exemplo RPC Execução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A6117A35-4B33-FBC5-3ABC-FA26A02013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8E8BE7FB-A546-A733-7F41-23AA38009A0C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Servidor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Cliente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CAF98D0-AF37-1AD2-7AF4-BFBC6596B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2B17F6C-D3DE-6CE4-C04D-BCB75DCB2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3E981E7-B409-1B06-4616-18CE4FA1125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B97F7389-4857-C872-5757-5C5B9715BE5A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FE4989C-AC1A-971C-1637-122945FC41B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9B4BA4B0-57E5-96F5-D61E-0439F41C1DB9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1E28A091-6637-E36D-C8F4-2AA9EA80E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EF1AB27-6388-0FD5-C3AC-F19FE3CCAF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573464"/>
            <a:ext cx="5001323" cy="1448002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63AA3FC8-76EC-AB9A-F41D-15A1EDF73E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104" y="4126521"/>
            <a:ext cx="2362530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5098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F5277-8545-B58C-6C76-6067C0588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ABEF8FD3-38F5-9066-3BBE-DE0466CEE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657A0C10-292E-5911-B20D-C70C4EFE2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28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20C92C00-C779-A5AF-4427-2E8096CF5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Socket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– Partilha de ficheiros (Cliente)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DE8E7CE8-B24B-D976-358B-30BA48002B6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6A022BBC-3D19-B654-AB1F-4C90B40D1752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O </a:t>
            </a:r>
            <a:r>
              <a:rPr lang="pt-PT" sz="2000" dirty="0" err="1"/>
              <a:t>socket</a:t>
            </a:r>
            <a:r>
              <a:rPr lang="pt-PT" sz="2000" dirty="0"/>
              <a:t> é criado e o nome do ficheiro pedido como input ao utilizador.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Caso o ficheiro exista é aberto em modo binário, para permitir a transferência de qualquer tipo de ficheiro e enviado para o servidor.</a:t>
            </a:r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B0E491A-D34E-21F9-8346-81D29DF52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3C1F9E2-B4C6-6A6E-02B5-37AADC22B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2EE3A9E-E849-84BB-93E0-758EB4C6E32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783B6E5B-B2B0-E0A9-4452-6C7B04356FD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B8203A8-1F3A-6A34-6ECE-3F8252A2507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76F2CA26-3F66-DB25-FEF5-8033003D2A18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42E9FA2D-406F-47DF-58DE-41DCD371D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325CD35-1D9D-4F1A-9D5E-78BF55B74E06}"/>
              </a:ext>
            </a:extLst>
          </p:cNvPr>
          <p:cNvSpPr txBox="1"/>
          <p:nvPr/>
        </p:nvSpPr>
        <p:spPr>
          <a:xfrm>
            <a:off x="124671" y="6096688"/>
            <a:ext cx="76585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600" noProof="0" dirty="0"/>
              <a:t>Fonte: </a:t>
            </a:r>
            <a:r>
              <a:rPr lang="pt-PT" sz="1600" dirty="0">
                <a:hlinkClick r:id="rId7"/>
              </a:rPr>
              <a:t>https://www.geeksforgeeks.org/python/file-transfer-using-tcp-socket-in-python/</a:t>
            </a:r>
            <a:r>
              <a:rPr lang="pt-PT" sz="1600" dirty="0"/>
              <a:t> </a:t>
            </a:r>
            <a:endParaRPr lang="pt-PT" sz="1600" noProof="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50FE244-7207-689D-7488-D214C67EBF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8191" y="1087450"/>
            <a:ext cx="4587618" cy="363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4885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E1528-D6FF-3284-0BEB-BBDBEF3D0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F06B8D7D-4F43-74F4-693F-CA28C1DF1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6D6328C7-7C38-5D73-9AC9-A6F5567B8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29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A3D1D4BF-06AA-0B03-48F4-8C08494C0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Socket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– Partilha de ficheiros (Servidor)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8DC0105A-FB3C-9FA4-310F-86294D0C0B6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9890E1F8-8622-15F0-1816-3F2D95014CF3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Do lado do servido é criado um </a:t>
            </a:r>
            <a:r>
              <a:rPr lang="pt-PT" sz="2000" dirty="0" err="1"/>
              <a:t>socket</a:t>
            </a:r>
            <a:r>
              <a:rPr lang="pt-PT" sz="2000" dirty="0"/>
              <a:t> e este fica à escuta até receber uma conexão.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O ficheiro enviado vai ser guardado do lado do servidor com o nome ‘output.csv’.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8252983-DA19-8B04-7636-F53E46A22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5D763B7-F521-0394-2DF0-2C3028A7A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522349E-09DB-B06D-CD76-49D0218490A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FA3A3C83-E3A5-EC1D-5A53-1398C396AB1C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59BAA21-F2B6-6F81-A31A-69E3A5FBEED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652A254C-F838-EFB0-8727-96092599ACC7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8017D6CF-3E54-1EFF-5D2D-CEE77B5C5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3C29D02-09B9-4932-F2DA-67712B414ADD}"/>
              </a:ext>
            </a:extLst>
          </p:cNvPr>
          <p:cNvSpPr txBox="1"/>
          <p:nvPr/>
        </p:nvSpPr>
        <p:spPr>
          <a:xfrm>
            <a:off x="124671" y="6096688"/>
            <a:ext cx="76585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600" noProof="0" dirty="0"/>
              <a:t>Fonte: </a:t>
            </a:r>
            <a:r>
              <a:rPr lang="pt-PT" sz="1600" dirty="0">
                <a:hlinkClick r:id="rId7"/>
              </a:rPr>
              <a:t>https://www.geeksforgeeks.org/python/file-transfer-using-tcp-socket-in-python/</a:t>
            </a:r>
            <a:r>
              <a:rPr lang="pt-PT" sz="1600" dirty="0"/>
              <a:t> </a:t>
            </a:r>
            <a:endParaRPr lang="pt-PT" sz="1600" noProof="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A186DD9-9746-77CE-B186-49F41D1332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2286" y="1250372"/>
            <a:ext cx="5039428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2884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12CC7-AD6F-BFAD-4DEA-FF47403D4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519667D1-0519-D01B-DA3F-6B7AF1EF6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067F5993-531A-1D36-F6E0-B9AC0B8C3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30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3C9BD548-3204-3D35-74FD-2486BAE5B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Socket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– Partilha de ficheiros (Servidor)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46CDD5F9-2EDF-7072-BC2D-7A3B5805D9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1FCF9A9D-3CDA-55CA-76E6-F5D36796EAB1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O novo ficheiro é criado em modo binário e os dados enviados no </a:t>
            </a:r>
            <a:r>
              <a:rPr lang="pt-PT" sz="2000" dirty="0" err="1"/>
              <a:t>socket</a:t>
            </a:r>
            <a:r>
              <a:rPr lang="pt-PT" sz="2000" dirty="0"/>
              <a:t> são lidos e armazenados na variável data. Esta </a:t>
            </a:r>
            <a:r>
              <a:rPr lang="pt-PT" sz="2000" dirty="0" err="1"/>
              <a:t>stream</a:t>
            </a:r>
            <a:r>
              <a:rPr lang="pt-PT" sz="2000" dirty="0"/>
              <a:t> de dados é depois armazenada no ficheiro com a função </a:t>
            </a:r>
            <a:r>
              <a:rPr lang="pt-PT" sz="2000" i="1" dirty="0"/>
              <a:t>‘</a:t>
            </a:r>
            <a:r>
              <a:rPr lang="pt-PT" sz="2000" i="1" dirty="0" err="1"/>
              <a:t>write</a:t>
            </a:r>
            <a:r>
              <a:rPr lang="pt-PT" sz="2000" i="1" dirty="0"/>
              <a:t>()’</a:t>
            </a:r>
            <a:r>
              <a:rPr lang="pt-PT" sz="20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8C081BE-970C-2FD5-120E-F1CE748A7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0290DFC-D716-5BA7-DEF7-439ED3D78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08B4568-052D-892C-69F3-3FD8F6EC8AD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1F2A2E7-17A5-C869-B726-48D633B1B8D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A8FF636-217A-540A-2B01-E72E82C0FBA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1EE1A872-602C-D6EB-3E6E-E1D4EFDDCF44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9387DD65-219C-25BF-2739-9079F33FF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14131B3-B329-F281-5AF5-147907AB463F}"/>
              </a:ext>
            </a:extLst>
          </p:cNvPr>
          <p:cNvSpPr txBox="1"/>
          <p:nvPr/>
        </p:nvSpPr>
        <p:spPr>
          <a:xfrm>
            <a:off x="124671" y="6096688"/>
            <a:ext cx="76585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600" noProof="0" dirty="0"/>
              <a:t>Fonte: </a:t>
            </a:r>
            <a:r>
              <a:rPr lang="pt-PT" sz="1600" dirty="0">
                <a:hlinkClick r:id="rId7"/>
              </a:rPr>
              <a:t>https://www.geeksforgeeks.org/python/file-transfer-using-tcp-socket-in-python/</a:t>
            </a:r>
            <a:r>
              <a:rPr lang="pt-PT" sz="1600" dirty="0"/>
              <a:t> </a:t>
            </a:r>
            <a:endParaRPr lang="pt-PT" sz="1600" noProof="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FAFB8CC-C173-808B-8F8F-2E244DF258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1538" y="1055948"/>
            <a:ext cx="4353298" cy="322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6004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F5E2F-8D27-470F-1E8B-0490ABF62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46940E7E-B5CD-8076-56F8-C23467ADA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74B58933-FFEA-94E1-6F11-F44F1AB29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31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A6FCBDF6-33AF-89EF-0B13-9C84DFBC3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Socket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– Partilha de ficheiros (Servidor)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0A98160-12A2-CB62-149F-8AE6DE9A319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BE789DAD-EB00-0EE8-FCE2-93833F25ADFD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O novo ficheiro é criado em modo binário e os dados enviados no </a:t>
            </a:r>
            <a:r>
              <a:rPr lang="pt-PT" sz="2000" dirty="0" err="1"/>
              <a:t>socket</a:t>
            </a:r>
            <a:r>
              <a:rPr lang="pt-PT" sz="2000" dirty="0"/>
              <a:t> são lidos e armazenados na variável data. Esta </a:t>
            </a:r>
            <a:r>
              <a:rPr lang="pt-PT" sz="2000" dirty="0" err="1"/>
              <a:t>stream</a:t>
            </a:r>
            <a:r>
              <a:rPr lang="pt-PT" sz="2000" dirty="0"/>
              <a:t> de dados é depois armazenada no ficheiro com a função </a:t>
            </a:r>
            <a:r>
              <a:rPr lang="pt-PT" sz="2000" i="1" dirty="0"/>
              <a:t>‘</a:t>
            </a:r>
            <a:r>
              <a:rPr lang="pt-PT" sz="2000" i="1" dirty="0" err="1"/>
              <a:t>write</a:t>
            </a:r>
            <a:r>
              <a:rPr lang="pt-PT" sz="2000" i="1" dirty="0"/>
              <a:t>()’</a:t>
            </a:r>
            <a:r>
              <a:rPr lang="pt-PT" sz="20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105EE01-BC86-4468-80CD-C3863182F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683DC51-5741-EA9D-35E8-A19EEA76F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11B50BD-54E0-26F0-2519-B1780C13F56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768189B9-608E-22B0-17A0-324198CC6271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BDC8561-9126-6EDA-BCCD-D3660E2282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AA072095-CFC0-F16D-D803-5B9AC4E62A46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751C21EE-1FA5-F376-E0D6-17E0241CC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C3DE6DE-951D-C12D-EABD-2DA0DDEAE4C4}"/>
              </a:ext>
            </a:extLst>
          </p:cNvPr>
          <p:cNvSpPr txBox="1"/>
          <p:nvPr/>
        </p:nvSpPr>
        <p:spPr>
          <a:xfrm>
            <a:off x="124671" y="6096688"/>
            <a:ext cx="76585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600" noProof="0" dirty="0"/>
              <a:t>Fonte: </a:t>
            </a:r>
            <a:r>
              <a:rPr lang="pt-PT" sz="1600" dirty="0">
                <a:hlinkClick r:id="rId7"/>
              </a:rPr>
              <a:t>https://www.geeksforgeeks.org/python/file-transfer-using-tcp-socket-in-python/</a:t>
            </a:r>
            <a:r>
              <a:rPr lang="pt-PT" sz="1600" dirty="0"/>
              <a:t> </a:t>
            </a:r>
            <a:endParaRPr lang="pt-PT" sz="1600" noProof="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97B1251-AF54-A39D-FC4D-E789C8479A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1538" y="1055948"/>
            <a:ext cx="4353298" cy="322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3228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500AC-951F-4C55-F87E-CEA3805BB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A9563993-BDE4-DFF5-B826-77BC94E36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89A515FB-DBFE-93C0-5990-B556220C7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32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AFF7B44C-99E4-FD02-ECF0-10BAF1795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Socket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– Partilha de ficheiros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15365855-3903-900E-311B-38FC4D3F531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1BC2E1E9-4AB7-629A-3E11-E5DEB405224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Com o uso do modo binário durante o envio e receção dos dados o </a:t>
            </a:r>
            <a:r>
              <a:rPr lang="pt-PT" sz="2000" dirty="0" err="1"/>
              <a:t>encoding</a:t>
            </a:r>
            <a:r>
              <a:rPr lang="pt-PT" sz="2000" dirty="0"/>
              <a:t> é mantido.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AF916A7-0C33-6CA7-B094-49E6F53A1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3B4DECE-BEC2-0C47-2459-93FD11CEC5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8C87B1C-111C-2A82-3284-E4E8001A51E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F403FF01-87F4-1AD1-1E71-C5B51D4115CD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AE294F4-D4D1-7601-86E8-C4C41916DCB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8B1A93BB-0780-3774-DDDD-34BEE94E1FBA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0EEACF91-4ABC-A8E6-11CC-37392AE00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191B42F-C5FE-8506-37A6-EB96D9D030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8583" y="2098939"/>
            <a:ext cx="9144000" cy="387298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B4F6B08D-E98C-9BB0-E383-2422A0BD7D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825" y="1157211"/>
            <a:ext cx="4515480" cy="828791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6A746D94-C65E-AD4A-C5A2-9FB84EC65E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406" y="3457884"/>
            <a:ext cx="9144000" cy="207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5924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20C0F-745E-E2DD-37C8-294E11090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B2B0B84A-F287-9AB6-EF5F-50C52F078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EF44F9CD-829E-8B25-B511-76DDD1B9A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33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E7201A1E-5E2D-7025-CA12-C9DA0EF0F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Socket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– Partilha de ficheiros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29BF8AAC-A788-00E4-18DC-8DBBB8A1955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4D378C2E-DF12-1978-F211-2E2E36AC97D5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Com o uso do modo binário durante o envio e receção dos dados o </a:t>
            </a:r>
            <a:r>
              <a:rPr lang="pt-PT" sz="2000" dirty="0" err="1"/>
              <a:t>encoding</a:t>
            </a:r>
            <a:r>
              <a:rPr lang="pt-PT" sz="2000" dirty="0"/>
              <a:t> é mantido.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093AD2D-2E90-43E0-1CC5-390405A0B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DED6EA3-5519-0064-79CB-27BDDD2656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73F4725-2057-E959-A4E1-2FC82B779D4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EA23F447-19E1-D5CD-DD54-4A2C027778FB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802C84E-0190-1B5A-089A-95CF64923E1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B2F895B7-A23F-5111-3B0C-0038D704EF5A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240CA9D5-B631-257D-34E2-4EDB207DA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6DE117A-6BD2-6EF1-4E5D-BAC79D3AB3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8583" y="2098939"/>
            <a:ext cx="9144000" cy="387298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A8DFC93C-682D-4BE7-F7E7-5D11EFFC05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825" y="1157211"/>
            <a:ext cx="4515480" cy="828791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87995CC5-E116-6DD3-152B-69A895C5D5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406" y="3457884"/>
            <a:ext cx="9144000" cy="207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2976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43EFB-FEE9-19CC-9A73-A9F3E9FAB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23F9E07F-5772-3F25-207F-F936735A2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A0905315-FE16-4BB3-99B0-4E868DFF3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34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D6A4A097-CA85-E7C5-1BB1-758A297E4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GRPC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B9A65261-86BE-3831-5E76-2328B8E436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4044F1B9-E368-1C3E-FEF3-EF27C9E67EDB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 err="1"/>
              <a:t>gRPC</a:t>
            </a:r>
            <a:r>
              <a:rPr lang="pt-PT" sz="2000" dirty="0"/>
              <a:t> é uma </a:t>
            </a:r>
            <a:r>
              <a:rPr lang="pt-PT" sz="2000" dirty="0" err="1"/>
              <a:t>framework</a:t>
            </a:r>
            <a:r>
              <a:rPr lang="pt-PT" sz="2000" dirty="0"/>
              <a:t> de alta performance para RPC que se encontra disponível para diversas linguagens de programação.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Esta </a:t>
            </a:r>
            <a:r>
              <a:rPr lang="pt-PT" sz="2000" dirty="0" err="1"/>
              <a:t>framework</a:t>
            </a:r>
            <a:r>
              <a:rPr lang="pt-PT" sz="2000" dirty="0"/>
              <a:t> foi desenvolvida pela Google e é open </a:t>
            </a:r>
            <a:r>
              <a:rPr lang="pt-PT" sz="2000" dirty="0" err="1"/>
              <a:t>source</a:t>
            </a:r>
            <a:r>
              <a:rPr lang="pt-PT" sz="20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algn="just"/>
            <a:r>
              <a:rPr lang="pt-PT" sz="1200" dirty="0"/>
              <a:t>Fonte : </a:t>
            </a:r>
            <a:r>
              <a:rPr lang="pt-PT" sz="1200" dirty="0">
                <a:hlinkClick r:id="rId3"/>
              </a:rPr>
              <a:t>https://grpc.io/</a:t>
            </a:r>
            <a:r>
              <a:rPr lang="pt-PT" sz="1200" dirty="0"/>
              <a:t> , </a:t>
            </a:r>
            <a:r>
              <a:rPr lang="pt-PT" sz="1200" dirty="0">
                <a:hlinkClick r:id="rId4"/>
              </a:rPr>
              <a:t>https://grpc.io/docs/what-is-grpc/introduction/</a:t>
            </a:r>
            <a:r>
              <a:rPr lang="pt-PT" sz="1200" dirty="0"/>
              <a:t>  </a:t>
            </a:r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8B26053-84EA-0FB4-2E89-7EA9C7A52C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4DF6911-59A2-2EE2-1ED3-310330D52C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45A1E76-A424-B6BA-58FC-C402C8939F0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88DF2559-A03A-25F4-3B88-A642C4207CE4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F50EAA1-185C-21BA-FFE7-748465AB558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C420BA7-3BAE-4399-B83C-17E1D35C54CD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5AD44065-DD27-5AE1-64E5-2BF7A1708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A31B2AC-BE34-683C-1C8A-56F0592CAA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53588" y="2286000"/>
            <a:ext cx="4296268" cy="32540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855768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BDBB-B83B-ED88-5534-3708525C0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2C1A633E-F605-C993-40A7-907BD05E0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1964B10E-5D77-D28B-F3C6-5B91AD4C1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35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3F672650-0881-E15B-4342-31B7226BD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GRPC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DB226AE4-4375-D5DD-A915-C2F96A954DF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9F3DB781-AA6E-6949-0070-9E6A6641942E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Proto3 corresponde à </a:t>
            </a:r>
            <a:r>
              <a:rPr lang="pt-PT" sz="2000" dirty="0" err="1"/>
              <a:t>versãodo</a:t>
            </a:r>
            <a:r>
              <a:rPr lang="pt-PT" sz="2000" dirty="0"/>
              <a:t> </a:t>
            </a:r>
            <a:r>
              <a:rPr lang="pt-PT" sz="2000" b="1" dirty="0" err="1"/>
              <a:t>protocol</a:t>
            </a:r>
            <a:r>
              <a:rPr lang="pt-PT" sz="2000" b="1" dirty="0"/>
              <a:t> buffer </a:t>
            </a:r>
            <a:r>
              <a:rPr lang="pt-PT" sz="2000" dirty="0"/>
              <a:t>criado pela Google utilizado, uma forma de definir e codificar dados para comunicar entre programas.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Ao contrário de XML ou JSON , a transmissão de dados é feita em formato binário sendo mais o tamanho mais pequeno e mais rápido de ler e guardar.</a:t>
            </a:r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algn="just"/>
            <a:r>
              <a:rPr lang="pt-PT" sz="1200" dirty="0"/>
              <a:t>Fonte : </a:t>
            </a:r>
            <a:r>
              <a:rPr lang="pt-PT" sz="1200" dirty="0">
                <a:hlinkClick r:id="rId3"/>
              </a:rPr>
              <a:t>https://grpc.io/docs/languages/python/quickstart/</a:t>
            </a:r>
            <a:r>
              <a:rPr lang="pt-PT" sz="1200" dirty="0"/>
              <a:t> </a:t>
            </a:r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F37B217-A235-486B-A2A4-FD827C62B8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99F13C0-5F30-656E-DB58-5526EA3C36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B1FF3CB-13C2-4DB6-612A-B1E3497E4DD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1CB83CA9-1897-595E-D316-1B547989BF18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61E7009-AAE4-7E46-8305-3D8085B5355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10809452-48F5-0ADC-B103-F536E18B0C3A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A26319FB-8A93-1695-65C4-C4218251E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F24038F-90B2-DF60-E22B-85A9171749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7400" y="1445845"/>
            <a:ext cx="4772691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1877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62A73-7A1F-C4CC-4EC9-9BDA93B83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7E8CCAA6-B3D8-64E6-9275-D6A78CB706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562710FB-D23C-096F-A653-09376550F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36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61CFBA66-7B24-9184-A2D8-0FA165D86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GRPC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A4852FB9-85E8-E619-5CC0-BE0AC04C3B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EE4024E9-AE28-1CF4-E017-E9F5D9F4CB5D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É declarado o </a:t>
            </a:r>
            <a:r>
              <a:rPr lang="pt-PT" sz="2000" dirty="0" err="1"/>
              <a:t>service</a:t>
            </a:r>
            <a:r>
              <a:rPr lang="pt-PT" sz="2000" dirty="0"/>
              <a:t> </a:t>
            </a:r>
            <a:r>
              <a:rPr lang="pt-PT" sz="2000" i="1" dirty="0"/>
              <a:t>‘</a:t>
            </a:r>
            <a:r>
              <a:rPr lang="pt-PT" sz="2000" i="1" dirty="0" err="1"/>
              <a:t>FileTransfer</a:t>
            </a:r>
            <a:r>
              <a:rPr lang="pt-PT" sz="2000" i="1" dirty="0"/>
              <a:t>’</a:t>
            </a:r>
            <a:r>
              <a:rPr lang="pt-PT" sz="2000" dirty="0"/>
              <a:t>. Este serviço é um conjunto de </a:t>
            </a:r>
            <a:r>
              <a:rPr lang="pt-PT" sz="2000" dirty="0" err="1"/>
              <a:t>RPCs</a:t>
            </a:r>
            <a:r>
              <a:rPr lang="pt-PT" sz="2000" dirty="0"/>
              <a:t> que o servidor possui. Neste caso apenas temos a função para fazer o upload do ficheiro.</a:t>
            </a:r>
          </a:p>
          <a:p>
            <a:pPr algn="just"/>
            <a:endParaRPr lang="pt-PT" sz="2000" u="sng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algn="just"/>
            <a:r>
              <a:rPr lang="pt-PT" sz="1200" dirty="0"/>
              <a:t>Fonte : </a:t>
            </a:r>
            <a:r>
              <a:rPr lang="pt-PT" sz="1200" dirty="0">
                <a:hlinkClick r:id="rId3"/>
              </a:rPr>
              <a:t>https://grpc.io/docs/languages/python/quickstart/</a:t>
            </a:r>
            <a:r>
              <a:rPr lang="pt-PT" sz="1200" dirty="0"/>
              <a:t> </a:t>
            </a:r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7196BE8-CE7D-453F-396C-46CEDDBFEB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ECABABA-AB39-E51F-A9B7-5EDED91C8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5C89995-88F4-CFEF-DC3B-6BAC92B3F5F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168E6633-72D0-1761-DF49-1091281C556F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741E30F-8E46-665A-13B7-7A46BBC3E86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B7D9ECDF-7263-7A94-D5DD-FC1EF1F314CC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F10D1906-5042-B21B-DB57-989B88D2F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9F3F3CF5-7F6F-C582-903A-7D0687B4D0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7400" y="1445845"/>
            <a:ext cx="4772691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0513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C483F-74C0-9D37-895D-90E183F4E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3B70907A-87A1-ADA8-DB3F-DA6CB9FD0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DFD681A7-8C5F-34E5-AADE-2BCDA5F65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37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8BC90A96-66B9-4D48-5BD8-65F6A7A27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GRPC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493D5EBB-47E6-4C28-1F63-6BBB1E2B282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420E5837-0FED-5DE1-CEF4-5B21D492F542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Com </a:t>
            </a:r>
            <a:r>
              <a:rPr lang="pt-PT" sz="2000" dirty="0" err="1"/>
              <a:t>gRPC</a:t>
            </a:r>
            <a:r>
              <a:rPr lang="pt-PT" sz="2000" dirty="0"/>
              <a:t> os dados enviados entre cliente e servidor são sempre ‘</a:t>
            </a:r>
            <a:r>
              <a:rPr lang="pt-PT" sz="2000" dirty="0" err="1"/>
              <a:t>message</a:t>
            </a:r>
            <a:r>
              <a:rPr lang="pt-PT" sz="2000" dirty="0"/>
              <a:t>’. Em que cada uma destas mensagens corresponde a uma estrutura de dados com campos com nome e tipos de dados definidos.</a:t>
            </a:r>
          </a:p>
          <a:p>
            <a:pPr algn="just"/>
            <a:endParaRPr lang="pt-PT" sz="2000" u="sng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algn="just"/>
            <a:r>
              <a:rPr lang="pt-PT" sz="1200" dirty="0"/>
              <a:t>Fonte : </a:t>
            </a:r>
            <a:r>
              <a:rPr lang="pt-PT" sz="1200" dirty="0">
                <a:hlinkClick r:id="rId3"/>
              </a:rPr>
              <a:t>https://grpc.io/docs/languages/python/quickstart/</a:t>
            </a:r>
            <a:r>
              <a:rPr lang="pt-PT" sz="1200" dirty="0"/>
              <a:t> </a:t>
            </a:r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5F60A8C-14EF-0E03-C88E-07FCDD50B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52B4802-7F55-DC35-B88F-B45E9CC39B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C638004F-10C9-B3FF-889C-785EC50BECF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45E650D3-5D0C-A702-FB99-476302F192AD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1841A3A-0D1B-9D81-FC72-1E40E78C075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345CF1A9-377B-C8DE-A513-D75E1BE171C4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0F68DFC3-8506-0E83-83F5-88A019A44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3BDEADD-ACDD-0A77-4163-55E724CC5F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7000" y="1260335"/>
            <a:ext cx="3391373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4909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B4519-2638-B786-5EA5-7871769E0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EEA5B34F-6FE3-1B31-52EF-D2A63510A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4A2ED0A2-6C9B-5DE4-4FD8-2963B705E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38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63A45ED3-D047-E231-FFB3-57A9E381D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GRPC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F925E2C0-C4CC-4503-3F45-3C92D6C81F7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4166187B-464C-AB91-043A-72A0F1694A2A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Com o ficheiro proto definido é utilizado o comando:</a:t>
            </a:r>
          </a:p>
          <a:p>
            <a:pPr algn="just"/>
            <a:r>
              <a:rPr lang="pt-PT" sz="1400" b="1" dirty="0"/>
              <a:t> </a:t>
            </a:r>
          </a:p>
          <a:p>
            <a:pPr algn="ctr"/>
            <a:r>
              <a:rPr lang="pt-PT" sz="1400" b="1" i="1" dirty="0"/>
              <a:t>“</a:t>
            </a:r>
            <a:r>
              <a:rPr lang="pt-PT" sz="1400" b="1" i="1" dirty="0" err="1"/>
              <a:t>python</a:t>
            </a:r>
            <a:r>
              <a:rPr lang="pt-PT" sz="1400" b="1" i="1" dirty="0"/>
              <a:t> -m </a:t>
            </a:r>
            <a:r>
              <a:rPr lang="pt-PT" sz="1400" b="1" i="1" dirty="0" err="1"/>
              <a:t>grpc_tools.protoc</a:t>
            </a:r>
            <a:r>
              <a:rPr lang="pt-PT" sz="1400" b="1" i="1" dirty="0"/>
              <a:t> -I. --</a:t>
            </a:r>
            <a:r>
              <a:rPr lang="pt-PT" sz="1400" b="1" i="1" dirty="0" err="1"/>
              <a:t>python_out</a:t>
            </a:r>
            <a:r>
              <a:rPr lang="pt-PT" sz="1400" b="1" i="1" dirty="0"/>
              <a:t>=. --</a:t>
            </a:r>
            <a:r>
              <a:rPr lang="pt-PT" sz="1400" b="1" i="1" dirty="0" err="1"/>
              <a:t>grpc_python_out</a:t>
            </a:r>
            <a:r>
              <a:rPr lang="pt-PT" sz="1400" b="1" i="1" dirty="0"/>
              <a:t>=. </a:t>
            </a:r>
            <a:r>
              <a:rPr lang="pt-PT" sz="1400" b="1" i="1" dirty="0" err="1"/>
              <a:t>file_transfer.proto</a:t>
            </a:r>
            <a:r>
              <a:rPr lang="pt-PT" sz="1400" b="1" i="1" dirty="0"/>
              <a:t>”</a:t>
            </a:r>
            <a:endParaRPr lang="pt-PT" sz="1400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São gerados dois novos ficheiros de forma automática. Estes ficheiros não devem ser alterados. Caso exista essa necessidade deve ser feita no ficheiro proto e gerados novamente.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PT" sz="1600" b="1" i="1" dirty="0"/>
              <a:t>file_transfer_pb2.py</a:t>
            </a:r>
            <a:r>
              <a:rPr lang="pt-PT" sz="1600" dirty="0"/>
              <a:t>: Contem as classes das mensagens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PT" sz="1600" b="1" i="1" dirty="0"/>
              <a:t>file_transfer_pb2_grpc.py</a:t>
            </a:r>
            <a:r>
              <a:rPr lang="pt-PT" sz="1600" dirty="0"/>
              <a:t>: Contém as classes do serviço </a:t>
            </a:r>
            <a:r>
              <a:rPr lang="pt-PT" sz="1600" dirty="0" err="1"/>
              <a:t>gRPC</a:t>
            </a:r>
            <a:endParaRPr lang="pt-PT" sz="1600" b="1" i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AE6C075-BF1D-091D-8461-9D5A111D7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A403EA7-B9D6-3560-6D61-C8FCF2E176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9811377-101E-E750-8F1F-E57A59CA8B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E6F7FD02-266D-2167-1CA5-48B4B8F2A2CE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9B087CB-A094-5C71-9185-2A8F0C1AADD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118C8859-AE6A-7DB3-2EFA-C0D99C114133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03C691D7-F852-82AC-56D7-EFAE857B5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</p:spTree>
    <p:extLst>
      <p:ext uri="{BB962C8B-B14F-4D97-AF65-F5344CB8AC3E}">
        <p14:creationId xmlns:p14="http://schemas.microsoft.com/office/powerpoint/2010/main" val="17110595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7C5CE-5BC9-FE79-AB1D-402C0D12C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09F7508E-AA22-47F8-1A22-5033F2C21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C1BF2A83-D541-C77C-57E4-5A36EBA80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39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0605F8C4-F836-F5F8-043A-777C26A84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GRPC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F243BCD0-B50E-FE78-8FD2-1F6FBB97F9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E05220AD-5070-4734-AC57-A317C4FC7C65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3120A9E-D9AF-C6AC-6FCF-7B77E14D8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AA29B1D-35FD-8262-EA4D-6C51429C0D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A59C850-4948-B824-8661-DEBD3367E1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54B34C3D-AA70-97FF-9760-EAADB032AEF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1DC019E-01A8-C48E-3F64-02282A997B1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62EA0113-70C5-BB52-968B-BC2B43C13D5F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D876FA56-A462-93B1-92D4-9B367B983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BFD7531-004B-A7C1-EE51-FA85D84328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257" y="1307135"/>
            <a:ext cx="7773485" cy="472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4623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7A8C2-265E-2C68-51FB-887D45F8B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D38128DF-26A2-A94B-6A13-B6E8FA43D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AFE6C3EA-302B-A803-8F30-4F19D01FC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40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1A50A4C4-B5DC-A645-F06E-4E4A40013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GRPC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E5F9E55C-C4D7-7BAE-479A-D62E4645972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C2F26BDE-A1D3-0AEE-0F72-7EDE38031B03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1B97FE8-5678-1A04-8D16-C5E3ACE34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4D1724F-79F6-5AF7-5041-51EE9A3BB8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E9A9A4E-379A-FAAD-BEA5-11ED5CC7241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FFD4A16C-CD03-8D15-38CD-1FA9A52DBDEA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772FA94-F1A6-D9DA-9051-66058DE3BBD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A06E1B0C-935E-059F-BF50-E04D7AD99ED9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A65ADDF0-C493-6950-449E-49EFDDD23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3149F8B5-D45A-723D-D4D5-473756D39B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9232" y="1361786"/>
            <a:ext cx="6525536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1652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10933-4044-7844-7A6D-E8E4B9A94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7E1BA4D1-10D5-3D62-511B-5D6AD7017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68515008-261E-9E5C-1AAF-6D160ABB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41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5CB184BB-F75B-C445-B621-8BB3BAEB2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GRPC (servidor)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5A2AF5FE-3941-4047-673C-9938AAF3086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805FF177-157D-C1EE-35C5-864723750CD9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dirty="0"/>
              <a:t>Esta classe implementa o serviço criado </a:t>
            </a:r>
            <a:r>
              <a:rPr lang="pt-PT" sz="2000" dirty="0" err="1"/>
              <a:t>automaticamenticamente</a:t>
            </a:r>
            <a:r>
              <a:rPr lang="pt-PT" sz="2000" dirty="0"/>
              <a:t> e possui o método </a:t>
            </a:r>
            <a:r>
              <a:rPr lang="pt-PT" i="1" dirty="0"/>
              <a:t>‘</a:t>
            </a:r>
            <a:r>
              <a:rPr lang="pt-PT" i="1" dirty="0" err="1"/>
              <a:t>UploadFile</a:t>
            </a:r>
            <a:r>
              <a:rPr lang="pt-PT" i="1" dirty="0"/>
              <a:t>’</a:t>
            </a:r>
            <a:r>
              <a:rPr lang="pt-PT" dirty="0"/>
              <a:t>. Este método vai criar o ficheiro em modo binário e  percorrer todos os </a:t>
            </a:r>
            <a:r>
              <a:rPr lang="pt-PT" dirty="0" err="1"/>
              <a:t>chunks</a:t>
            </a:r>
            <a:r>
              <a:rPr lang="pt-PT" dirty="0"/>
              <a:t> recebidos do cliente e guardar no novo ficheiro.</a:t>
            </a: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DB27DF0-64E7-3688-41F3-898E43B32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4A1055A-4E3A-2684-DA8D-D1A12FE1B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1EF8E68-07E3-8707-0C0D-46854496CF8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D6992E6C-F6E0-41DC-B7C2-D0996A731FFD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8D7780D-5982-97C4-D528-07593AFA6DF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8A9E2EFF-AB3A-BBF0-65F0-E8EB1D99C9D1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7086210A-7F1D-ACDE-7BC4-2216969185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5A8DB03-7C32-2CE3-7AEA-1C2DF3C145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228" y="1291457"/>
            <a:ext cx="8078327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1356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EB7BD-8CD9-3E74-52A1-7D7453EE6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ECE10A5A-D22C-7717-0AB7-E417380AD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E2196842-10E1-C9CF-D1E9-23836AA07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42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D5536BA9-06DB-FF2D-6B93-01A57EAE5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GRPC (servidor)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7D6CFE12-0011-A84A-EAD6-F126ADFA8B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21736587-92D7-8580-15F9-2EBB476A51F9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dirty="0"/>
              <a:t>A função </a:t>
            </a:r>
            <a:r>
              <a:rPr lang="pt-PT" sz="2000" i="1" dirty="0"/>
              <a:t>‘serve()’</a:t>
            </a:r>
            <a:r>
              <a:rPr lang="pt-PT" sz="2000" dirty="0"/>
              <a:t> é responsável por criar um servidor </a:t>
            </a:r>
            <a:r>
              <a:rPr lang="pt-PT" sz="2000" dirty="0" err="1"/>
              <a:t>gRPC</a:t>
            </a:r>
            <a:r>
              <a:rPr lang="pt-PT" sz="2000" dirty="0"/>
              <a:t>. No exemplo o servidor pode receber até um máximo de 2 clientes.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dirty="0"/>
              <a:t>Regista o serviço </a:t>
            </a:r>
            <a:r>
              <a:rPr lang="pt-PT" sz="2000" i="1" dirty="0"/>
              <a:t>‘</a:t>
            </a:r>
            <a:r>
              <a:rPr lang="pt-PT" sz="2000" i="1" dirty="0" err="1"/>
              <a:t>FileTransfer</a:t>
            </a:r>
            <a:r>
              <a:rPr lang="pt-PT" sz="2000" i="1" dirty="0"/>
              <a:t>’ </a:t>
            </a:r>
            <a:r>
              <a:rPr lang="pt-PT" sz="2000" dirty="0"/>
              <a:t>no servidor </a:t>
            </a:r>
            <a:r>
              <a:rPr lang="pt-PT" sz="2000" dirty="0" err="1"/>
              <a:t>gRPC</a:t>
            </a:r>
            <a:r>
              <a:rPr lang="pt-PT" sz="2000" dirty="0"/>
              <a:t> para que quando a função </a:t>
            </a:r>
            <a:r>
              <a:rPr lang="pt-PT" sz="2000" i="1" dirty="0"/>
              <a:t>‘</a:t>
            </a:r>
            <a:r>
              <a:rPr lang="pt-PT" sz="2000" i="1" dirty="0" err="1"/>
              <a:t>UploadFile</a:t>
            </a:r>
            <a:r>
              <a:rPr lang="pt-PT" sz="2000" i="1" dirty="0"/>
              <a:t>’</a:t>
            </a:r>
            <a:r>
              <a:rPr lang="pt-PT" sz="2000" dirty="0"/>
              <a:t> seja chamada o servidor sabe que serviço usar.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2000" dirty="0"/>
              <a:t>‘</a:t>
            </a:r>
            <a:r>
              <a:rPr lang="pt-PT" dirty="0"/>
              <a:t>[::]:8080</a:t>
            </a:r>
            <a:r>
              <a:rPr lang="pt-PT" sz="2000" dirty="0"/>
              <a:t>’ o servidor vai escutar em todas as interfaces de rede na porta 8080.</a:t>
            </a:r>
            <a:endParaRPr lang="pt-PT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8D4C390-8D76-C13C-38C3-B67522DE5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63AE19D-FDF5-1A67-E95C-D97AD4DC2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73F4084-309D-EA62-9C8E-EEDF067463E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5774E2A7-B8E2-42AC-0D10-9E6B5F11F7E9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32E3F00-E0EA-6895-011F-5C0683421E6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BB1A89D-E1D4-5FBD-80B8-17C851AEACFC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D30F5C21-A896-F0F2-FE4C-6FB48E8F4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5B1B979-8011-5C6D-6866-F57C1C7149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104" y="1304291"/>
            <a:ext cx="7906853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7590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A2B7F-29D3-5774-2EE5-E118E4D7F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A6B3A38D-0EF5-166F-9EFA-BB26A0A486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4C64E27-B1E1-21D5-039F-8B83FF38B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43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63DBD06C-12BE-7879-CBBB-1F883CFF2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GRPC (Cliente)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6CBC4222-EEEE-16CA-B24E-5FB92E9E58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96129911-AEA3-D200-F159-8B0CF02AEA3B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A </a:t>
            </a:r>
            <a:r>
              <a:rPr lang="pt-PT" sz="2000" dirty="0" err="1"/>
              <a:t>keyword</a:t>
            </a:r>
            <a:r>
              <a:rPr lang="pt-PT" sz="2000" dirty="0"/>
              <a:t> </a:t>
            </a:r>
            <a:r>
              <a:rPr lang="pt-PT" sz="2000" b="1" i="1" dirty="0"/>
              <a:t>‘yield’ </a:t>
            </a:r>
            <a:r>
              <a:rPr lang="pt-PT" sz="2000" dirty="0"/>
              <a:t>faz com que seja uma função geradora. O ficheiro é aberto em modo binário e lê em blocos de 4096 bytes.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À medida que o servidor lê os dados são devolvidos </a:t>
            </a:r>
            <a:r>
              <a:rPr lang="pt-PT" sz="2000" dirty="0" err="1"/>
              <a:t>chunks</a:t>
            </a:r>
            <a:r>
              <a:rPr lang="pt-PT" sz="2000" dirty="0"/>
              <a:t> sem nunca carregar o ficheiro inteiro em memória.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De cada vez que o </a:t>
            </a:r>
            <a:r>
              <a:rPr lang="pt-PT" sz="2000" dirty="0" err="1"/>
              <a:t>gRPC</a:t>
            </a:r>
            <a:r>
              <a:rPr lang="pt-PT" sz="2000" dirty="0"/>
              <a:t> precisa de um novo </a:t>
            </a:r>
            <a:r>
              <a:rPr lang="pt-PT" sz="2000" dirty="0" err="1"/>
              <a:t>chunk</a:t>
            </a:r>
            <a:r>
              <a:rPr lang="pt-PT" sz="2000" dirty="0"/>
              <a:t>, lê o próximo bloco e envia ao servidor.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836B8B9-92A3-1098-3D7B-95F0857FF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CE9A279-3F79-42DB-3526-D7ED0FCA41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0563CBE-4B47-84F4-CC77-F27BB66522E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B55EBD40-E07D-1E4C-F633-E19A2D4E8399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3965495-0F31-8541-2F80-94FDB6C2DD5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1DE90723-02FB-C708-D499-D56B547C3A6E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4D6F357C-4DA8-BD44-5EA2-A1974904F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7E1927D-C805-AD13-2376-ACA1A1D464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253" y="1286857"/>
            <a:ext cx="7001852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4718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30C3E-B3D9-6B38-82C4-3F3BA1C47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33C59373-F02C-E46C-2AD4-9FAB1006E7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AC585B86-DF11-63B6-4983-576C3DCD9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44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6BC7174E-8C96-3118-BA7A-3C35DB4D58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GRPC (Cliente)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DE2CB760-4BA3-5D28-2FB1-AD89196274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8021A840-6C2F-0DA3-B601-71355AEA9101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Cria a ligação ao servidor </a:t>
            </a:r>
            <a:r>
              <a:rPr lang="pt-PT" sz="2000" dirty="0" err="1"/>
              <a:t>gRPC</a:t>
            </a:r>
            <a:r>
              <a:rPr lang="pt-PT" sz="2000" dirty="0"/>
              <a:t> no </a:t>
            </a:r>
            <a:r>
              <a:rPr lang="pt-PT" sz="2000" dirty="0" err="1"/>
              <a:t>localhost</a:t>
            </a:r>
            <a:r>
              <a:rPr lang="pt-PT" sz="2000" dirty="0"/>
              <a:t> porta 8080.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A classe </a:t>
            </a:r>
            <a:r>
              <a:rPr lang="pt-PT" sz="2000" dirty="0" err="1"/>
              <a:t>stub</a:t>
            </a:r>
            <a:r>
              <a:rPr lang="pt-PT" sz="2000" dirty="0"/>
              <a:t> é uma classe gerada automaticamente pelo </a:t>
            </a:r>
            <a:r>
              <a:rPr lang="pt-PT" sz="2000" dirty="0" err="1"/>
              <a:t>gRPC</a:t>
            </a:r>
            <a:r>
              <a:rPr lang="pt-PT" sz="2000" dirty="0"/>
              <a:t>. Esta classe permite chamar os métodos definidos no servidor como se fossem funções locais.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O cliente insere o nome do ficheiro a enviar e chama a função ‘</a:t>
            </a:r>
            <a:r>
              <a:rPr lang="pt-PT" sz="2000" i="1" dirty="0" err="1"/>
              <a:t>UploadFile</a:t>
            </a:r>
            <a:r>
              <a:rPr lang="pt-PT" sz="2000" dirty="0"/>
              <a:t>’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757C533-8EB7-6AFE-DAA1-164E7EBF0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A474E67-D44D-B637-F697-3CFC24B9C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10BEEFA-CF5D-F9E1-992E-2186BC62734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0BBCE089-1639-88B2-FA9A-3E6833DD5278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9C57D4D-AB6D-676E-3584-73B0D3A6A33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5EB37B02-D7BD-EF5B-591F-8B6E0FDC141D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E3D409A9-8DF5-8B72-095D-B6E9F74DD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335D27A-4D14-0ED8-A9D4-C115F2002F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0847" y="1079646"/>
            <a:ext cx="5022305" cy="255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6261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0785-ECC5-BAA2-57D4-B9BBE30B9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239492DB-8DBA-FFB0-30B2-4AF8D5C27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42520A13-1A11-F4AC-FC56-1207B1804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45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03B54CCE-81C9-3EC9-404D-18787C6BB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GRPC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73834FCA-9D1F-11DE-5DEE-DCDD7103D1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935851D1-9F8C-5AEE-34F8-AB53F06755D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Servidor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algn="just"/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Cliente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dirty="0"/>
              <a:t>O servidor retorna para o cliente a mensagem a confirmar a receção do ficheiro.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0A059F7-AE4A-EEBA-FDBC-BE5346F20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9FD51E0-A851-A0BD-AE4C-F4D3AC78D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8FBEC20-8213-7A28-4DCA-09E952E944C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9FA805AE-7C86-0C88-3020-2A61DB22BEE1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64D6B44-CFAC-EBFA-5DCE-DD8FA66C01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4C489064-7FC1-E250-BD0C-EA57DBFA813D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D48DA844-2245-252C-044B-8D11E8667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AC9B01C-AB21-23CA-9CC9-693156BC26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02" y="1989239"/>
            <a:ext cx="8459381" cy="60968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07F6DC5-3FCE-EEA7-00AC-1F603CFB2F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956" y="3509409"/>
            <a:ext cx="8697539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3295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9F70-02AA-7D05-3F50-276EDBCC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10">
            <a:extLst>
              <a:ext uri="{FF2B5EF4-FFF2-40B4-BE49-F238E27FC236}">
                <a16:creationId xmlns:a16="http://schemas.microsoft.com/office/drawing/2014/main" id="{61645A60-6826-6830-9EAE-63CBB67DE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24F6C4EF-641D-E89D-BEEE-A62F4D43B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46</a:t>
            </a:fld>
            <a:r>
              <a:rPr lang="pt-PT" sz="1000" noProof="0" dirty="0"/>
              <a:t> -</a:t>
            </a:r>
          </a:p>
        </p:txBody>
      </p:sp>
      <p:sp>
        <p:nvSpPr>
          <p:cNvPr id="9229" name="Text Box 13">
            <a:extLst>
              <a:ext uri="{FF2B5EF4-FFF2-40B4-BE49-F238E27FC236}">
                <a16:creationId xmlns:a16="http://schemas.microsoft.com/office/drawing/2014/main" id="{BC99A672-75CB-3480-3D0B-751C42A12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956" y="540530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 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Conclusão</a:t>
            </a:r>
            <a:endParaRPr lang="pt-PT" sz="2000" b="1" noProof="0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02D48B45-8225-0750-E41C-7AFC2F95B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9" name="Marcador de Posição de Conteúdo 2">
            <a:extLst>
              <a:ext uri="{FF2B5EF4-FFF2-40B4-BE49-F238E27FC236}">
                <a16:creationId xmlns:a16="http://schemas.microsoft.com/office/drawing/2014/main" id="{3072EFB9-A7BA-FD67-E0B9-92326811007F}"/>
              </a:ext>
            </a:extLst>
          </p:cNvPr>
          <p:cNvSpPr txBox="1">
            <a:spLocks/>
          </p:cNvSpPr>
          <p:nvPr/>
        </p:nvSpPr>
        <p:spPr>
          <a:xfrm>
            <a:off x="457200" y="1219200"/>
            <a:ext cx="8229600" cy="4937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noProof="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noProof="0" dirty="0"/>
              <a:t>Este trabalho permitiu compreender e testar diferentes métodos de comunicação entre sistemas desde a implementação de </a:t>
            </a:r>
            <a:r>
              <a:rPr lang="pt-PT" sz="2000" noProof="0" dirty="0" err="1"/>
              <a:t>Sockets</a:t>
            </a:r>
            <a:r>
              <a:rPr lang="pt-PT" sz="2000" noProof="0" dirty="0"/>
              <a:t> até ao uso de RPC e </a:t>
            </a:r>
            <a:r>
              <a:rPr lang="pt-PT" sz="2000" noProof="0" dirty="0" err="1"/>
              <a:t>gRPC</a:t>
            </a:r>
            <a:r>
              <a:rPr lang="pt-PT" sz="2000" noProof="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PT" sz="2000" noProof="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PT" sz="2000" noProof="0" dirty="0"/>
              <a:t>Os diferentes métodos per</a:t>
            </a:r>
            <a:r>
              <a:rPr lang="pt-PT" sz="2000" dirty="0" err="1"/>
              <a:t>mitiram</a:t>
            </a:r>
            <a:r>
              <a:rPr lang="pt-PT" sz="2000" dirty="0"/>
              <a:t> observar as diferenças de implementar métodos de comunicação de baixo nível como é o caso dos </a:t>
            </a:r>
            <a:r>
              <a:rPr lang="pt-PT" sz="2000" dirty="0" err="1"/>
              <a:t>Sockets</a:t>
            </a:r>
            <a:r>
              <a:rPr lang="pt-PT" sz="2000" dirty="0"/>
              <a:t> e de abstrações de alto nível como o </a:t>
            </a:r>
            <a:r>
              <a:rPr lang="pt-PT" sz="2000" dirty="0" err="1"/>
              <a:t>gRPC</a:t>
            </a:r>
            <a:r>
              <a:rPr lang="pt-PT" sz="2000" dirty="0"/>
              <a:t>.</a:t>
            </a:r>
            <a:endParaRPr lang="pt-PT" sz="2000" noProof="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518552-68A4-1A3D-1E1B-C0788C12C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C0FBBDD-AC0F-C476-B4E0-494A137BA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282BCAE-BBE7-D2C2-C8A6-31FF69F0EA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Rectângulo 19">
            <a:extLst>
              <a:ext uri="{FF2B5EF4-FFF2-40B4-BE49-F238E27FC236}">
                <a16:creationId xmlns:a16="http://schemas.microsoft.com/office/drawing/2014/main" id="{24D3C41C-CA47-34B3-2EE8-9BE44DD9CA57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CBA7FDC-D82D-6F95-1158-24F5A20D94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Subtítulo 2">
            <a:extLst>
              <a:ext uri="{FF2B5EF4-FFF2-40B4-BE49-F238E27FC236}">
                <a16:creationId xmlns:a16="http://schemas.microsoft.com/office/drawing/2014/main" id="{FB6F85C6-1C87-5EB1-6E9E-76A47584EC1B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4" name="Text Box 21">
            <a:extLst>
              <a:ext uri="{FF2B5EF4-FFF2-40B4-BE49-F238E27FC236}">
                <a16:creationId xmlns:a16="http://schemas.microsoft.com/office/drawing/2014/main" id="{30604BB2-4F70-6F3F-AC82-85B0A5407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</p:spTree>
    <p:extLst>
      <p:ext uri="{BB962C8B-B14F-4D97-AF65-F5344CB8AC3E}">
        <p14:creationId xmlns:p14="http://schemas.microsoft.com/office/powerpoint/2010/main" val="32326064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noProof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</a:t>
            </a:r>
            <a:r>
              <a:rPr lang="pt-PT" sz="2000" b="1" noProof="0" dirty="0">
                <a:latin typeface="Arial" pitchFamily="34" charset="0"/>
                <a:cs typeface="Arial" pitchFamily="34" charset="0"/>
              </a:rPr>
              <a:t>Bibliografia e Referências Web </a:t>
            </a: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 noProof="0" dirty="0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152400" y="1066800"/>
            <a:ext cx="88392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pt-PT" sz="1400" noProof="0" dirty="0">
                <a:solidFill>
                  <a:srgbClr val="FFC000"/>
                </a:solidFill>
                <a:cs typeface="Arial" panose="020B0604020202020204" pitchFamily="34" charset="0"/>
              </a:rPr>
              <a:t>■ </a:t>
            </a:r>
            <a:r>
              <a:rPr lang="pt-PT" sz="1400" noProof="0" dirty="0" err="1"/>
              <a:t>Socket</a:t>
            </a:r>
            <a:r>
              <a:rPr lang="pt-PT" sz="1400" noProof="0" dirty="0"/>
              <a:t>:</a:t>
            </a:r>
          </a:p>
          <a:p>
            <a:r>
              <a:rPr lang="pt-PT" sz="1400" noProof="0" dirty="0"/>
              <a:t> </a:t>
            </a:r>
            <a:r>
              <a:rPr lang="pt-PT" sz="1400" dirty="0">
                <a:hlinkClick r:id="rId3"/>
              </a:rPr>
              <a:t>https://www.geeksforgeeks.org/computer-networks/socket-in-computer-network/</a:t>
            </a:r>
            <a:r>
              <a:rPr lang="pt-PT" sz="1400" dirty="0"/>
              <a:t> , </a:t>
            </a:r>
            <a:r>
              <a:rPr lang="pt-PT" sz="1400" dirty="0">
                <a:hlinkClick r:id="rId4"/>
              </a:rPr>
              <a:t>https://realpython.com/python-sockets/</a:t>
            </a:r>
            <a:r>
              <a:rPr lang="pt-PT" sz="1400" dirty="0"/>
              <a:t> , </a:t>
            </a:r>
          </a:p>
          <a:p>
            <a:r>
              <a:rPr lang="pt-PT" sz="1400" dirty="0">
                <a:hlinkClick r:id="rId5"/>
              </a:rPr>
              <a:t>https://www.geeksforgeeks.org/python/file-transfer-using-tcp-socket-in-python/</a:t>
            </a:r>
            <a:r>
              <a:rPr lang="pt-PT" sz="1400" dirty="0"/>
              <a:t> </a:t>
            </a:r>
          </a:p>
          <a:p>
            <a:endParaRPr lang="pt-PT" sz="1400" noProof="0" dirty="0"/>
          </a:p>
          <a:p>
            <a:r>
              <a:rPr lang="pt-PT" sz="1400" noProof="0" dirty="0">
                <a:solidFill>
                  <a:srgbClr val="FFC000"/>
                </a:solidFill>
                <a:cs typeface="Arial" panose="020B0604020202020204" pitchFamily="34" charset="0"/>
              </a:rPr>
              <a:t>■ </a:t>
            </a:r>
            <a:r>
              <a:rPr lang="pt-PT" sz="1400" noProof="0" dirty="0"/>
              <a:t>RPC: </a:t>
            </a:r>
          </a:p>
          <a:p>
            <a:r>
              <a:rPr lang="pt-PT" sz="1400" dirty="0">
                <a:hlinkClick r:id="rId6"/>
              </a:rPr>
              <a:t>https://www.geeksforgeeks.org/operating-systems/remote-procedure-call-rpc-in-operating-system/</a:t>
            </a:r>
            <a:r>
              <a:rPr lang="pt-PT" sz="1400" dirty="0"/>
              <a:t>  </a:t>
            </a:r>
          </a:p>
          <a:p>
            <a:endParaRPr lang="pt-PT" sz="1400" noProof="0" dirty="0"/>
          </a:p>
          <a:p>
            <a:r>
              <a:rPr lang="pt-PT" sz="1400" noProof="0" dirty="0">
                <a:solidFill>
                  <a:srgbClr val="FFC000"/>
                </a:solidFill>
                <a:cs typeface="Arial" panose="020B0604020202020204" pitchFamily="34" charset="0"/>
              </a:rPr>
              <a:t>■ </a:t>
            </a:r>
            <a:r>
              <a:rPr lang="pt-PT" sz="1400" noProof="0" dirty="0" err="1"/>
              <a:t>gRPC</a:t>
            </a:r>
            <a:r>
              <a:rPr lang="pt-PT" sz="1400" noProof="0" dirty="0"/>
              <a:t>: </a:t>
            </a:r>
          </a:p>
          <a:p>
            <a:r>
              <a:rPr lang="pt-PT" sz="1400" dirty="0">
                <a:hlinkClick r:id="rId7"/>
              </a:rPr>
              <a:t>https://grpc.io/</a:t>
            </a:r>
            <a:r>
              <a:rPr lang="pt-PT" sz="1400" dirty="0"/>
              <a:t>  </a:t>
            </a:r>
          </a:p>
          <a:p>
            <a:r>
              <a:rPr lang="pt-PT" sz="1400" dirty="0">
                <a:hlinkClick r:id="rId8"/>
              </a:rPr>
              <a:t>https://grpc.io/docs/what-is-grpc/introduction/</a:t>
            </a:r>
            <a:r>
              <a:rPr lang="pt-PT" sz="1400" dirty="0"/>
              <a:t> </a:t>
            </a:r>
          </a:p>
          <a:p>
            <a:r>
              <a:rPr lang="pt-PT" sz="1400" dirty="0">
                <a:hlinkClick r:id="rId9"/>
              </a:rPr>
              <a:t>https://grpc.io/docs/languages/python/quickstart/</a:t>
            </a:r>
            <a:r>
              <a:rPr lang="pt-PT" sz="1400" dirty="0"/>
              <a:t>  </a:t>
            </a:r>
          </a:p>
          <a:p>
            <a:endParaRPr lang="pt-PT" sz="1400" dirty="0"/>
          </a:p>
          <a:p>
            <a:endParaRPr lang="pt-PT" sz="1400" noProof="0" dirty="0">
              <a:cs typeface="Arial" panose="020B0604020202020204" pitchFamily="34" charset="0"/>
            </a:endParaRPr>
          </a:p>
          <a:p>
            <a:endParaRPr lang="pt-PT" sz="1600" noProof="0" dirty="0"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  <a:spcBef>
                <a:spcPct val="20000"/>
              </a:spcBef>
              <a:defRPr/>
            </a:pPr>
            <a:endParaRPr lang="pt-PT" sz="2000" i="1" u="sng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DEBD917-885F-4E14-9AAA-FA7433880DF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sp>
        <p:nvSpPr>
          <p:cNvPr id="27" name="Rectângulo 19">
            <a:extLst>
              <a:ext uri="{FF2B5EF4-FFF2-40B4-BE49-F238E27FC236}">
                <a16:creationId xmlns:a16="http://schemas.microsoft.com/office/drawing/2014/main" id="{8C1A7A11-171A-4B51-AF54-818C7D826E60}"/>
              </a:ext>
            </a:extLst>
          </p:cNvPr>
          <p:cNvSpPr/>
          <p:nvPr/>
        </p:nvSpPr>
        <p:spPr>
          <a:xfrm>
            <a:off x="5535613" y="553019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noProof="0" dirty="0" err="1">
                <a:highlight>
                  <a:srgbClr val="FFFF00"/>
                </a:highlight>
              </a:rPr>
              <a:t>Degree</a:t>
            </a:r>
            <a:r>
              <a:rPr lang="pt-PT" sz="1100" b="1" cap="all" noProof="0" dirty="0">
                <a:highlight>
                  <a:srgbClr val="FFFF00"/>
                </a:highlight>
              </a:rPr>
              <a:t> IN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Informatics</a:t>
            </a:r>
            <a:r>
              <a:rPr lang="pt-PT" sz="1100" b="1" cap="all" noProof="0" dirty="0">
                <a:highlight>
                  <a:srgbClr val="FFFF00"/>
                </a:highlight>
              </a:rPr>
              <a:t> </a:t>
            </a:r>
            <a:r>
              <a:rPr lang="pt-PT" sz="1100" b="1" cap="all" noProof="0" dirty="0" err="1">
                <a:highlight>
                  <a:srgbClr val="FFFF00"/>
                </a:highlight>
              </a:rPr>
              <a:t>engineering</a:t>
            </a:r>
            <a:endParaRPr lang="pt-PT" sz="1100" noProof="0" dirty="0">
              <a:highlight>
                <a:srgbClr val="FFFF00"/>
              </a:highlight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BC0DA002-1D3A-41DC-B132-1A198053902D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316" y="9186"/>
            <a:ext cx="2575034" cy="639880"/>
          </a:xfrm>
          <a:prstGeom prst="rect">
            <a:avLst/>
          </a:prstGeom>
        </p:spPr>
      </p:pic>
      <p:sp>
        <p:nvSpPr>
          <p:cNvPr id="2" name="Text Box 10">
            <a:extLst>
              <a:ext uri="{FF2B5EF4-FFF2-40B4-BE49-F238E27FC236}">
                <a16:creationId xmlns:a16="http://schemas.microsoft.com/office/drawing/2014/main" id="{1204D73C-759C-3E01-1E9B-19D68FC71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 noProof="0" dirty="0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66F8E842-06BB-5B20-ECE1-C729A90ED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noProof="0" dirty="0"/>
              <a:t>- </a:t>
            </a:r>
            <a:fld id="{1234D2FF-8FB9-47A1-B8C9-42A5F500BA2F}" type="slidenum">
              <a:rPr lang="pt-PT" sz="1000" noProof="0"/>
              <a:pPr algn="ctr"/>
              <a:t>47</a:t>
            </a:fld>
            <a:r>
              <a:rPr lang="pt-PT" sz="1000" noProof="0" dirty="0"/>
              <a:t> -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E16A8DF-702E-2F9F-FC6A-BBE9CEF5C36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678794F-9054-EA7B-B1E0-DF67F1547B87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00332AC9-73DA-F066-EC2F-BD34532F90F2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@2025, 31394 Filipe Fernandes | 32427 Hélder Silva| </a:t>
            </a:r>
            <a:r>
              <a:rPr lang="pt-PT" sz="900" b="1" noProof="0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INTEGRAÇÃO DE SISTEMAS </a:t>
            </a:r>
            <a:r>
              <a:rPr lang="pt-PT" sz="900" noProof="0" dirty="0">
                <a:latin typeface="Arial" charset="0"/>
                <a:ea typeface="Arial" charset="0"/>
                <a:cs typeface="Arial" charset="0"/>
              </a:rPr>
              <a:t>– Ano Letivo 2025/2026 – </a:t>
            </a:r>
            <a:r>
              <a:rPr lang="pt-PT" sz="900" b="1" noProof="0" dirty="0">
                <a:latin typeface="Arial" charset="0"/>
                <a:ea typeface="Arial" charset="0"/>
                <a:cs typeface="Arial" charset="0"/>
              </a:rPr>
              <a:t>Trabalho Prático 2</a:t>
            </a:r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6550FB51-88BA-6690-6EF2-13633C04A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04" y="75121"/>
            <a:ext cx="613875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INTEGRAÇÃO DE SISTEMAS – TRABALHO PRÁTICO N.º 2A</a:t>
            </a:r>
          </a:p>
          <a:p>
            <a:pPr>
              <a:spcBef>
                <a:spcPct val="50000"/>
              </a:spcBef>
              <a:defRPr/>
            </a:pPr>
            <a:r>
              <a:rPr lang="pt-PT" sz="1200" b="1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	       - </a:t>
            </a:r>
            <a:r>
              <a:rPr lang="pt-PT" sz="1200" b="1" noProof="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Sockets</a:t>
            </a:r>
            <a:r>
              <a:rPr lang="pt-PT" sz="1200" b="1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RPC</a:t>
            </a:r>
          </a:p>
        </p:txBody>
      </p:sp>
    </p:spTree>
    <p:extLst>
      <p:ext uri="{BB962C8B-B14F-4D97-AF65-F5344CB8AC3E}">
        <p14:creationId xmlns:p14="http://schemas.microsoft.com/office/powerpoint/2010/main" val="42182715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00250" y="5867400"/>
            <a:ext cx="5143500" cy="489738"/>
          </a:xfrm>
        </p:spPr>
        <p:txBody>
          <a:bodyPr>
            <a:normAutofit/>
          </a:bodyPr>
          <a:lstStyle/>
          <a:p>
            <a:r>
              <a:rPr lang="pt-PT" sz="1500" noProof="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www.ipvc.pt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606" y="3409950"/>
            <a:ext cx="4048787" cy="100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599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5431</TotalTime>
  <Words>4879</Words>
  <Application>Microsoft Office PowerPoint</Application>
  <PresentationFormat>Apresentação no Ecrã (4:3)</PresentationFormat>
  <Paragraphs>807</Paragraphs>
  <Slides>48</Slides>
  <Notes>47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48</vt:i4>
      </vt:variant>
    </vt:vector>
  </HeadingPairs>
  <TitlesOfParts>
    <vt:vector size="51" baseType="lpstr">
      <vt:lpstr>Arial</vt:lpstr>
      <vt:lpstr>Calibri</vt:lpstr>
      <vt:lpstr>Tema do Office</vt:lpstr>
      <vt:lpstr>INTEGRAÇÃO DE SISTEMAS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Diapositivo 1</dc:title>
  <dc:creator>Jorge Ribeiro</dc:creator>
  <cp:lastModifiedBy>Ricardo Fernandes</cp:lastModifiedBy>
  <cp:revision>233</cp:revision>
  <cp:lastPrinted>2020-09-27T18:04:57Z</cp:lastPrinted>
  <dcterms:created xsi:type="dcterms:W3CDTF">2011-05-31T09:21:51Z</dcterms:created>
  <dcterms:modified xsi:type="dcterms:W3CDTF">2025-10-22T10:47:49Z</dcterms:modified>
</cp:coreProperties>
</file>