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09" r:id="rId2"/>
    <p:sldId id="258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51" r:id="rId12"/>
    <p:sldId id="260" r:id="rId1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CECAA-E3D1-4B9B-9697-3D694CF2971C}" v="60" dt="2025-10-22T10:42:37.676"/>
    <p1510:client id="{F810FC7A-0618-4041-AA78-21EEB0EB055D}" v="18" dt="2025-10-22T14:16:42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2"/>
    <p:restoredTop sz="89660" autoAdjust="0"/>
  </p:normalViewPr>
  <p:slideViewPr>
    <p:cSldViewPr>
      <p:cViewPr varScale="1">
        <p:scale>
          <a:sx n="99" d="100"/>
          <a:sy n="99" d="100"/>
        </p:scale>
        <p:origin x="1794" y="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Fernandes" userId="cf37fd8b0d3c9e95" providerId="LiveId" clId="{A4F44D94-3E07-43B7-B685-2636B760A42E}"/>
    <pc:docChg chg="undo custSel addSld delSld modSld sldOrd">
      <pc:chgData name="Ricardo Fernandes" userId="cf37fd8b0d3c9e95" providerId="LiveId" clId="{A4F44D94-3E07-43B7-B685-2636B760A42E}" dt="2025-10-22T14:17:13.880" v="21830" actId="20577"/>
      <pc:docMkLst>
        <pc:docMk/>
      </pc:docMkLst>
      <pc:sldChg chg="addSp delSp modSp mod">
        <pc:chgData name="Ricardo Fernandes" userId="cf37fd8b0d3c9e95" providerId="LiveId" clId="{A4F44D94-3E07-43B7-B685-2636B760A42E}" dt="2025-10-22T14:17:06.022" v="21821" actId="20577"/>
        <pc:sldMkLst>
          <pc:docMk/>
          <pc:sldMk cId="0" sldId="258"/>
        </pc:sldMkLst>
        <pc:spChg chg="mod">
          <ac:chgData name="Ricardo Fernandes" userId="cf37fd8b0d3c9e95" providerId="LiveId" clId="{A4F44D94-3E07-43B7-B685-2636B760A42E}" dt="2025-10-22T14:04:38.267" v="20857" actId="20577"/>
          <ac:spMkLst>
            <pc:docMk/>
            <pc:sldMk cId="0" sldId="258"/>
            <ac:spMk id="2" creationId="{50369DE4-0D6E-7A10-AF37-333F300DD77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3" creationId="{850208AF-C5A5-C009-177D-8C27BB5DCC8B}"/>
          </ac:spMkLst>
        </pc:spChg>
        <pc:spChg chg="del mod">
          <ac:chgData name="Ricardo Fernandes" userId="cf37fd8b0d3c9e95" providerId="LiveId" clId="{A4F44D94-3E07-43B7-B685-2636B760A42E}" dt="2025-10-21T14:54:08.580" v="8346" actId="478"/>
          <ac:spMkLst>
            <pc:docMk/>
            <pc:sldMk cId="0" sldId="258"/>
            <ac:spMk id="4" creationId="{B421312E-9868-114E-A3C9-FCFB733482D4}"/>
          </ac:spMkLst>
        </pc:spChg>
        <pc:spChg chg="add mod">
          <ac:chgData name="Ricardo Fernandes" userId="cf37fd8b0d3c9e95" providerId="LiveId" clId="{A4F44D94-3E07-43B7-B685-2636B760A42E}" dt="2025-10-22T14:05:02.533" v="20869" actId="20577"/>
          <ac:spMkLst>
            <pc:docMk/>
            <pc:sldMk cId="0" sldId="258"/>
            <ac:spMk id="6" creationId="{28F64316-D9D4-EF46-CBC6-24A1928ADA61}"/>
          </ac:spMkLst>
        </pc:spChg>
        <pc:spChg chg="mod">
          <ac:chgData name="Ricardo Fernandes" userId="cf37fd8b0d3c9e95" providerId="LiveId" clId="{A4F44D94-3E07-43B7-B685-2636B760A42E}" dt="2025-10-22T14:17:06.022" v="21821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9229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10243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10244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10247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10-21T14:29:30.982" v="7561" actId="790"/>
        <pc:sldMkLst>
          <pc:docMk/>
          <pc:sldMk cId="947259978" sldId="260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47259978" sldId="260"/>
            <ac:spMk id="3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10-22T14:04:29.474" v="20848" actId="20577"/>
        <pc:sldMkLst>
          <pc:docMk/>
          <pc:sldMk cId="962301567" sldId="309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2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2T14:04:29.474" v="20848" actId="20577"/>
          <ac:spMkLst>
            <pc:docMk/>
            <pc:sldMk cId="962301567" sldId="309"/>
            <ac:spMk id="3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6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8" creationId="{6D890E14-880C-4963-9EA0-EE9200F689F8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9" creationId="{802F2A86-A50E-0283-3B8A-EB9B059E210D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10" creationId="{CDB7617E-BD9F-40A8-BCFA-781CEC4CEE46}"/>
          </ac:spMkLst>
        </pc:spChg>
        <pc:spChg chg="mod">
          <ac:chgData name="Ricardo Fernandes" userId="cf37fd8b0d3c9e95" providerId="LiveId" clId="{A4F44D94-3E07-43B7-B685-2636B760A42E}" dt="2025-10-22T14:04:19.453" v="20831" actId="20577"/>
          <ac:spMkLst>
            <pc:docMk/>
            <pc:sldMk cId="962301567" sldId="309"/>
            <ac:spMk id="12" creationId="{3331B8A6-B954-F04D-0378-7F3DD744E30A}"/>
          </ac:spMkLst>
        </pc:spChg>
      </pc:sldChg>
      <pc:sldChg chg="addSp delSp modSp mod ord">
        <pc:chgData name="Ricardo Fernandes" userId="cf37fd8b0d3c9e95" providerId="LiveId" clId="{A4F44D94-3E07-43B7-B685-2636B760A42E}" dt="2025-10-22T14:17:13.880" v="21830" actId="20577"/>
        <pc:sldMkLst>
          <pc:docMk/>
          <pc:sldMk cId="4218271523" sldId="351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2" creationId="{1204D73C-759C-3E01-1E9B-19D68FC71E2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3" creationId="{66F8E842-06BB-5B20-ECE1-C729A90ED05D}"/>
          </ac:spMkLst>
        </pc:spChg>
        <pc:spChg chg="mod">
          <ac:chgData name="Ricardo Fernandes" userId="cf37fd8b0d3c9e95" providerId="LiveId" clId="{A4F44D94-3E07-43B7-B685-2636B760A42E}" dt="2025-10-22T14:17:13.880" v="21830" actId="20577"/>
          <ac:spMkLst>
            <pc:docMk/>
            <pc:sldMk cId="4218271523" sldId="351"/>
            <ac:spMk id="6" creationId="{00332AC9-73DA-F066-EC2F-BD34532F90F2}"/>
          </ac:spMkLst>
        </pc:spChg>
        <pc:spChg chg="add del mod">
          <ac:chgData name="Ricardo Fernandes" userId="cf37fd8b0d3c9e95" providerId="LiveId" clId="{A4F44D94-3E07-43B7-B685-2636B760A42E}" dt="2025-10-22T14:05:10.243" v="20872" actId="478"/>
          <ac:spMkLst>
            <pc:docMk/>
            <pc:sldMk cId="4218271523" sldId="351"/>
            <ac:spMk id="7" creationId="{6550FB51-88BA-6690-6EF2-13633C04AC1E}"/>
          </ac:spMkLst>
        </pc:spChg>
        <pc:spChg chg="add mod">
          <ac:chgData name="Ricardo Fernandes" userId="cf37fd8b0d3c9e95" providerId="LiveId" clId="{A4F44D94-3E07-43B7-B685-2636B760A42E}" dt="2025-10-22T14:05:10.489" v="20873"/>
          <ac:spMkLst>
            <pc:docMk/>
            <pc:sldMk cId="4218271523" sldId="351"/>
            <ac:spMk id="8" creationId="{9BDE0D37-02FC-7855-78ED-3213CC87A4F4}"/>
          </ac:spMkLst>
        </pc:spChg>
        <pc:spChg chg="del mod ord">
          <ac:chgData name="Ricardo Fernandes" userId="cf37fd8b0d3c9e95" providerId="LiveId" clId="{A4F44D94-3E07-43B7-B685-2636B760A42E}" dt="2025-10-21T14:54:02.851" v="8344" actId="478"/>
          <ac:spMkLst>
            <pc:docMk/>
            <pc:sldMk cId="4218271523" sldId="351"/>
            <ac:spMk id="8" creationId="{B180FD03-E4A8-7DA1-22A9-97D115762088}"/>
          </ac:spMkLst>
        </pc:spChg>
        <pc:spChg chg="mod">
          <ac:chgData name="Ricardo Fernandes" userId="cf37fd8b0d3c9e95" providerId="LiveId" clId="{A4F44D94-3E07-43B7-B685-2636B760A42E}" dt="2025-10-22T14:15:47.474" v="21756" actId="20577"/>
          <ac:spMkLst>
            <pc:docMk/>
            <pc:sldMk cId="4218271523" sldId="351"/>
            <ac:spMk id="18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27" creationId="{8C1A7A11-171A-4B51-AF54-818C7D826E60}"/>
          </ac:spMkLst>
        </pc:spChg>
        <pc:spChg chg="mod">
          <ac:chgData name="Ricardo Fernandes" userId="cf37fd8b0d3c9e95" providerId="LiveId" clId="{A4F44D94-3E07-43B7-B685-2636B760A42E}" dt="2025-10-22T10:47:40.359" v="20811" actId="20577"/>
          <ac:spMkLst>
            <pc:docMk/>
            <pc:sldMk cId="4218271523" sldId="351"/>
            <ac:spMk id="9229" creationId="{00000000-0000-0000-0000-000000000000}"/>
          </ac:spMkLst>
        </pc:spChg>
        <pc:spChg chg="del mod">
          <ac:chgData name="Ricardo Fernandes" userId="cf37fd8b0d3c9e95" providerId="LiveId" clId="{A4F44D94-3E07-43B7-B685-2636B760A42E}" dt="2025-10-21T14:53:59.163" v="8341" actId="478"/>
          <ac:spMkLst>
            <pc:docMk/>
            <pc:sldMk cId="4218271523" sldId="351"/>
            <ac:spMk id="9237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10247" creationId="{00000000-0000-0000-0000-000000000000}"/>
          </ac:spMkLst>
        </pc:spChg>
      </pc:sldChg>
      <pc:sldChg chg="addSp delSp modSp add mod">
        <pc:chgData name="Ricardo Fernandes" userId="cf37fd8b0d3c9e95" providerId="LiveId" clId="{A4F44D94-3E07-43B7-B685-2636B760A42E}" dt="2025-10-22T14:06:22.814" v="20996" actId="20577"/>
        <pc:sldMkLst>
          <pc:docMk/>
          <pc:sldMk cId="15442112" sldId="352"/>
        </pc:sldMkLst>
        <pc:spChg chg="add mod">
          <ac:chgData name="Ricardo Fernandes" userId="cf37fd8b0d3c9e95" providerId="LiveId" clId="{A4F44D94-3E07-43B7-B685-2636B760A42E}" dt="2025-10-22T14:05:07.071" v="20871"/>
          <ac:spMkLst>
            <pc:docMk/>
            <pc:sldMk cId="15442112" sldId="352"/>
            <ac:spMk id="4" creationId="{7908CE3E-637B-7E25-A0BA-39999F07AF8A}"/>
          </ac:spMkLst>
        </pc:spChg>
        <pc:spChg chg="del">
          <ac:chgData name="Ricardo Fernandes" userId="cf37fd8b0d3c9e95" providerId="LiveId" clId="{A4F44D94-3E07-43B7-B685-2636B760A42E}" dt="2025-10-22T14:05:06.876" v="20870" actId="478"/>
          <ac:spMkLst>
            <pc:docMk/>
            <pc:sldMk cId="15442112" sldId="352"/>
            <ac:spMk id="6" creationId="{5A39EE64-DB9A-EB07-0749-3ED8DC85C6DA}"/>
          </ac:spMkLst>
        </pc:spChg>
        <pc:spChg chg="mod">
          <ac:chgData name="Ricardo Fernandes" userId="cf37fd8b0d3c9e95" providerId="LiveId" clId="{A4F44D94-3E07-43B7-B685-2636B760A42E}" dt="2025-10-22T14:06:14.801" v="20994" actId="20577"/>
          <ac:spMkLst>
            <pc:docMk/>
            <pc:sldMk cId="15442112" sldId="352"/>
            <ac:spMk id="19" creationId="{97AD44A4-44B4-CDE2-3750-BAC4916B042C}"/>
          </ac:spMkLst>
        </pc:spChg>
        <pc:spChg chg="mod">
          <ac:chgData name="Ricardo Fernandes" userId="cf37fd8b0d3c9e95" providerId="LiveId" clId="{A4F44D94-3E07-43B7-B685-2636B760A42E}" dt="2025-10-22T14:06:22.814" v="20996" actId="20577"/>
          <ac:spMkLst>
            <pc:docMk/>
            <pc:sldMk cId="15442112" sldId="352"/>
            <ac:spMk id="9229" creationId="{8C48B8DE-2E58-C42F-BA10-AA0BA6FF81A9}"/>
          </ac:spMkLst>
        </pc:spChg>
        <pc:picChg chg="add mod">
          <ac:chgData name="Ricardo Fernandes" userId="cf37fd8b0d3c9e95" providerId="LiveId" clId="{A4F44D94-3E07-43B7-B685-2636B760A42E}" dt="2025-10-22T14:05:38.236" v="20889" actId="1076"/>
          <ac:picMkLst>
            <pc:docMk/>
            <pc:sldMk cId="15442112" sldId="352"/>
            <ac:picMk id="10" creationId="{FDC37E65-2422-545D-CC77-4FE6D69C8DA8}"/>
          </ac:picMkLst>
        </pc:picChg>
      </pc:sldChg>
      <pc:sldChg chg="addSp delSp modSp del mod">
        <pc:chgData name="Ricardo Fernandes" userId="cf37fd8b0d3c9e95" providerId="LiveId" clId="{A4F44D94-3E07-43B7-B685-2636B760A42E}" dt="2025-10-22T14:04:47.114" v="20858" actId="47"/>
        <pc:sldMkLst>
          <pc:docMk/>
          <pc:sldMk cId="3715964316" sldId="352"/>
        </pc:sldMkLst>
        <pc:spChg chg="mod">
          <ac:chgData name="Ricardo Fernandes" userId="cf37fd8b0d3c9e95" providerId="LiveId" clId="{A4F44D94-3E07-43B7-B685-2636B760A42E}" dt="2025-10-21T14:43:41.069" v="7916" actId="20577"/>
          <ac:spMkLst>
            <pc:docMk/>
            <pc:sldMk cId="3715964316" sldId="352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3" creationId="{24D3C41C-CA47-34B3-2EE8-9BE44DD9CA57}"/>
          </ac:spMkLst>
        </pc:spChg>
        <pc:spChg chg="add del mod">
          <ac:chgData name="Ricardo Fernandes" userId="cf37fd8b0d3c9e95" providerId="LiveId" clId="{A4F44D94-3E07-43B7-B685-2636B760A42E}" dt="2025-10-22T10:37:23.464" v="20080" actId="478"/>
          <ac:spMkLst>
            <pc:docMk/>
            <pc:sldMk cId="3715964316" sldId="352"/>
            <ac:spMk id="4" creationId="{C2986245-D1DC-345D-1A56-66564AA3447D}"/>
          </ac:spMkLst>
        </pc:spChg>
        <pc:spChg chg="add mod">
          <ac:chgData name="Ricardo Fernandes" userId="cf37fd8b0d3c9e95" providerId="LiveId" clId="{A4F44D94-3E07-43B7-B685-2636B760A42E}" dt="2025-10-22T10:37:26.057" v="20081"/>
          <ac:spMkLst>
            <pc:docMk/>
            <pc:sldMk cId="3715964316" sldId="352"/>
            <ac:spMk id="6" creationId="{170A3C16-AC98-CF5E-9AA4-11314FDA8A2D}"/>
          </ac:spMkLst>
        </pc:spChg>
        <pc:spChg chg="del mod">
          <ac:chgData name="Ricardo Fernandes" userId="cf37fd8b0d3c9e95" providerId="LiveId" clId="{A4F44D94-3E07-43B7-B685-2636B760A42E}" dt="2025-10-21T14:54:11.624" v="8348" actId="478"/>
          <ac:spMkLst>
            <pc:docMk/>
            <pc:sldMk cId="3715964316" sldId="352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22T10:37:49.314" v="20129" actId="20577"/>
          <ac:spMkLst>
            <pc:docMk/>
            <pc:sldMk cId="3715964316" sldId="352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10247" creationId="{02D48B45-8225-0750-E41C-7AFC2F95BAA7}"/>
          </ac:spMkLst>
        </pc:spChg>
      </pc:sldChg>
      <pc:sldChg chg="addSp delSp modSp add mod">
        <pc:chgData name="Ricardo Fernandes" userId="cf37fd8b0d3c9e95" providerId="LiveId" clId="{A4F44D94-3E07-43B7-B685-2636B760A42E}" dt="2025-10-22T14:16:12.033" v="21768" actId="27636"/>
        <pc:sldMkLst>
          <pc:docMk/>
          <pc:sldMk cId="2071135891" sldId="353"/>
        </pc:sldMkLst>
        <pc:spChg chg="mod">
          <ac:chgData name="Ricardo Fernandes" userId="cf37fd8b0d3c9e95" providerId="LiveId" clId="{A4F44D94-3E07-43B7-B685-2636B760A42E}" dt="2025-10-22T14:16:12.033" v="21768" actId="27636"/>
          <ac:spMkLst>
            <pc:docMk/>
            <pc:sldMk cId="2071135891" sldId="353"/>
            <ac:spMk id="19" creationId="{1B2A0F7D-EFF3-7668-887E-E85474BA0657}"/>
          </ac:spMkLst>
        </pc:spChg>
        <pc:spChg chg="mod">
          <ac:chgData name="Ricardo Fernandes" userId="cf37fd8b0d3c9e95" providerId="LiveId" clId="{A4F44D94-3E07-43B7-B685-2636B760A42E}" dt="2025-10-22T14:06:36.559" v="21011" actId="20577"/>
          <ac:spMkLst>
            <pc:docMk/>
            <pc:sldMk cId="2071135891" sldId="353"/>
            <ac:spMk id="9229" creationId="{41AC4D18-9FB5-1D85-A4AC-D56EE678D8F5}"/>
          </ac:spMkLst>
        </pc:spChg>
        <pc:picChg chg="add mod">
          <ac:chgData name="Ricardo Fernandes" userId="cf37fd8b0d3c9e95" providerId="LiveId" clId="{A4F44D94-3E07-43B7-B685-2636B760A42E}" dt="2025-10-22T14:07:45.257" v="21196" actId="1076"/>
          <ac:picMkLst>
            <pc:docMk/>
            <pc:sldMk cId="2071135891" sldId="353"/>
            <ac:picMk id="8" creationId="{A8517379-427E-7EE7-4B06-524E833C3EFC}"/>
          </ac:picMkLst>
        </pc:picChg>
        <pc:picChg chg="del">
          <ac:chgData name="Ricardo Fernandes" userId="cf37fd8b0d3c9e95" providerId="LiveId" clId="{A4F44D94-3E07-43B7-B685-2636B760A42E}" dt="2025-10-22T14:06:37.929" v="21012" actId="478"/>
          <ac:picMkLst>
            <pc:docMk/>
            <pc:sldMk cId="2071135891" sldId="353"/>
            <ac:picMk id="10" creationId="{ED84101D-BFD9-9656-AA4A-DC8BA4ACD05A}"/>
          </ac:picMkLst>
        </pc:picChg>
        <pc:picChg chg="add del mod">
          <ac:chgData name="Ricardo Fernandes" userId="cf37fd8b0d3c9e95" providerId="LiveId" clId="{A4F44D94-3E07-43B7-B685-2636B760A42E}" dt="2025-10-22T14:07:45.705" v="21197" actId="478"/>
          <ac:picMkLst>
            <pc:docMk/>
            <pc:sldMk cId="2071135891" sldId="353"/>
            <ac:picMk id="12" creationId="{4FEE9F41-FA58-9602-F41B-91938C5A9CF6}"/>
          </ac:picMkLst>
        </pc:picChg>
      </pc:sldChg>
      <pc:sldChg chg="addSp delSp modSp del mod">
        <pc:chgData name="Ricardo Fernandes" userId="cf37fd8b0d3c9e95" providerId="LiveId" clId="{A4F44D94-3E07-43B7-B685-2636B760A42E}" dt="2025-10-22T14:04:47.114" v="20858" actId="47"/>
        <pc:sldMkLst>
          <pc:docMk/>
          <pc:sldMk cId="3578190116" sldId="353"/>
        </pc:sldMkLst>
        <pc:spChg chg="mod">
          <ac:chgData name="Ricardo Fernandes" userId="cf37fd8b0d3c9e95" providerId="LiveId" clId="{A4F44D94-3E07-43B7-B685-2636B760A42E}" dt="2025-10-21T14:43:36.142" v="7915" actId="20577"/>
          <ac:spMkLst>
            <pc:docMk/>
            <pc:sldMk cId="3578190116" sldId="353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3" creationId="{24D3C41C-CA47-34B3-2EE8-9BE44DD9CA57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4" creationId="{E3F11117-4829-A658-2D33-DF535746924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0247" creationId="{02D48B45-8225-0750-E41C-7AFC2F95BAA7}"/>
          </ac:spMkLst>
        </pc:spChg>
        <pc:picChg chg="add del mod">
          <ac:chgData name="Ricardo Fernandes" userId="cf37fd8b0d3c9e95" providerId="LiveId" clId="{A4F44D94-3E07-43B7-B685-2636B760A42E}" dt="2025-10-21T14:13:29.383" v="7039" actId="478"/>
          <ac:picMkLst>
            <pc:docMk/>
            <pc:sldMk cId="3578190116" sldId="353"/>
            <ac:picMk id="10" creationId="{1F117118-6D52-C112-5992-5A6324D4137F}"/>
          </ac:picMkLst>
        </pc:picChg>
        <pc:picChg chg="add mod">
          <ac:chgData name="Ricardo Fernandes" userId="cf37fd8b0d3c9e95" providerId="LiveId" clId="{A4F44D94-3E07-43B7-B685-2636B760A42E}" dt="2025-10-21T14:17:37.439" v="7168" actId="1076"/>
          <ac:picMkLst>
            <pc:docMk/>
            <pc:sldMk cId="3578190116" sldId="353"/>
            <ac:picMk id="11" creationId="{2A075379-5497-A1BE-204A-F983CC055852}"/>
          </ac:picMkLst>
        </pc:picChg>
      </pc:sldChg>
      <pc:sldChg chg="addSp delSp modSp add mod">
        <pc:chgData name="Ricardo Fernandes" userId="cf37fd8b0d3c9e95" providerId="LiveId" clId="{A4F44D94-3E07-43B7-B685-2636B760A42E}" dt="2025-10-22T14:07:53.703" v="21203" actId="1076"/>
        <pc:sldMkLst>
          <pc:docMk/>
          <pc:sldMk cId="710603626" sldId="354"/>
        </pc:sldMkLst>
        <pc:spChg chg="mod">
          <ac:chgData name="Ricardo Fernandes" userId="cf37fd8b0d3c9e95" providerId="LiveId" clId="{A4F44D94-3E07-43B7-B685-2636B760A42E}" dt="2025-10-22T14:07:50.641" v="21200" actId="20577"/>
          <ac:spMkLst>
            <pc:docMk/>
            <pc:sldMk cId="710603626" sldId="354"/>
            <ac:spMk id="19" creationId="{413D74B4-5976-56B6-58F4-FF537CC2F275}"/>
          </ac:spMkLst>
        </pc:spChg>
        <pc:picChg chg="del">
          <ac:chgData name="Ricardo Fernandes" userId="cf37fd8b0d3c9e95" providerId="LiveId" clId="{A4F44D94-3E07-43B7-B685-2636B760A42E}" dt="2025-10-22T14:07:48.700" v="21199" actId="478"/>
          <ac:picMkLst>
            <pc:docMk/>
            <pc:sldMk cId="710603626" sldId="354"/>
            <ac:picMk id="8" creationId="{9F6C0919-307C-2383-2C0E-232C400287AD}"/>
          </ac:picMkLst>
        </pc:picChg>
        <pc:picChg chg="add mod">
          <ac:chgData name="Ricardo Fernandes" userId="cf37fd8b0d3c9e95" providerId="LiveId" clId="{A4F44D94-3E07-43B7-B685-2636B760A42E}" dt="2025-10-22T14:07:53.703" v="21203" actId="1076"/>
          <ac:picMkLst>
            <pc:docMk/>
            <pc:sldMk cId="710603626" sldId="354"/>
            <ac:picMk id="10" creationId="{ECA8A75F-2AE4-9DDD-279E-3A357210BB61}"/>
          </ac:picMkLst>
        </pc:picChg>
      </pc:sldChg>
      <pc:sldChg chg="del">
        <pc:chgData name="Ricardo Fernandes" userId="cf37fd8b0d3c9e95" providerId="LiveId" clId="{A4F44D94-3E07-43B7-B685-2636B760A42E}" dt="2025-10-12T13:52:19.702" v="6180" actId="47"/>
        <pc:sldMkLst>
          <pc:docMk/>
          <pc:sldMk cId="3464593278" sldId="354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834069607" sldId="355"/>
        </pc:sldMkLst>
      </pc:sldChg>
      <pc:sldChg chg="addSp delSp modSp add mod">
        <pc:chgData name="Ricardo Fernandes" userId="cf37fd8b0d3c9e95" providerId="LiveId" clId="{A4F44D94-3E07-43B7-B685-2636B760A42E}" dt="2025-10-22T14:08:38.740" v="21258" actId="20577"/>
        <pc:sldMkLst>
          <pc:docMk/>
          <pc:sldMk cId="4252236269" sldId="355"/>
        </pc:sldMkLst>
        <pc:spChg chg="mod">
          <ac:chgData name="Ricardo Fernandes" userId="cf37fd8b0d3c9e95" providerId="LiveId" clId="{A4F44D94-3E07-43B7-B685-2636B760A42E}" dt="2025-10-22T14:08:38.740" v="21258" actId="20577"/>
          <ac:spMkLst>
            <pc:docMk/>
            <pc:sldMk cId="4252236269" sldId="355"/>
            <ac:spMk id="9229" creationId="{26B13039-6F0D-EF74-6B79-C4B0C4CB2B11}"/>
          </ac:spMkLst>
        </pc:spChg>
        <pc:picChg chg="add mod">
          <ac:chgData name="Ricardo Fernandes" userId="cf37fd8b0d3c9e95" providerId="LiveId" clId="{A4F44D94-3E07-43B7-B685-2636B760A42E}" dt="2025-10-22T14:08:25.490" v="21215" actId="1076"/>
          <ac:picMkLst>
            <pc:docMk/>
            <pc:sldMk cId="4252236269" sldId="355"/>
            <ac:picMk id="8" creationId="{01E16423-A546-59BD-AC3A-0E111974554B}"/>
          </ac:picMkLst>
        </pc:picChg>
        <pc:picChg chg="del">
          <ac:chgData name="Ricardo Fernandes" userId="cf37fd8b0d3c9e95" providerId="LiveId" clId="{A4F44D94-3E07-43B7-B685-2636B760A42E}" dt="2025-10-22T14:08:23.060" v="21212" actId="478"/>
          <ac:picMkLst>
            <pc:docMk/>
            <pc:sldMk cId="4252236269" sldId="355"/>
            <ac:picMk id="10" creationId="{AA2B5C62-E053-763D-171F-E22FE565F791}"/>
          </ac:picMkLst>
        </pc:picChg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696323133" sldId="356"/>
        </pc:sldMkLst>
      </pc:sldChg>
      <pc:sldChg chg="addSp delSp modSp add mod">
        <pc:chgData name="Ricardo Fernandes" userId="cf37fd8b0d3c9e95" providerId="LiveId" clId="{A4F44D94-3E07-43B7-B685-2636B760A42E}" dt="2025-10-22T14:10:34.829" v="21346" actId="20577"/>
        <pc:sldMkLst>
          <pc:docMk/>
          <pc:sldMk cId="1652852001" sldId="356"/>
        </pc:sldMkLst>
        <pc:spChg chg="mod">
          <ac:chgData name="Ricardo Fernandes" userId="cf37fd8b0d3c9e95" providerId="LiveId" clId="{A4F44D94-3E07-43B7-B685-2636B760A42E}" dt="2025-10-22T14:09:50.120" v="21335" actId="27636"/>
          <ac:spMkLst>
            <pc:docMk/>
            <pc:sldMk cId="1652852001" sldId="356"/>
            <ac:spMk id="19" creationId="{166B580D-2C59-7AD9-674F-EA5A067A10BC}"/>
          </ac:spMkLst>
        </pc:spChg>
        <pc:spChg chg="mod">
          <ac:chgData name="Ricardo Fernandes" userId="cf37fd8b0d3c9e95" providerId="LiveId" clId="{A4F44D94-3E07-43B7-B685-2636B760A42E}" dt="2025-10-22T14:10:34.829" v="21346" actId="20577"/>
          <ac:spMkLst>
            <pc:docMk/>
            <pc:sldMk cId="1652852001" sldId="356"/>
            <ac:spMk id="9229" creationId="{7DE030D6-B278-3187-D112-72576661ABF7}"/>
          </ac:spMkLst>
        </pc:spChg>
        <pc:picChg chg="del">
          <ac:chgData name="Ricardo Fernandes" userId="cf37fd8b0d3c9e95" providerId="LiveId" clId="{A4F44D94-3E07-43B7-B685-2636B760A42E}" dt="2025-10-22T14:08:58.403" v="21307" actId="478"/>
          <ac:picMkLst>
            <pc:docMk/>
            <pc:sldMk cId="1652852001" sldId="356"/>
            <ac:picMk id="8" creationId="{10FF670D-D79E-C0EA-B278-EC5119EE9E0B}"/>
          </ac:picMkLst>
        </pc:picChg>
        <pc:picChg chg="add mod">
          <ac:chgData name="Ricardo Fernandes" userId="cf37fd8b0d3c9e95" providerId="LiveId" clId="{A4F44D94-3E07-43B7-B685-2636B760A42E}" dt="2025-10-22T14:09:46.045" v="21330" actId="1076"/>
          <ac:picMkLst>
            <pc:docMk/>
            <pc:sldMk cId="1652852001" sldId="356"/>
            <ac:picMk id="10" creationId="{FF189C29-519C-3068-F66B-460C8F266605}"/>
          </ac:picMkLst>
        </pc:picChg>
      </pc:sldChg>
      <pc:sldChg chg="addSp delSp modSp add mod">
        <pc:chgData name="Ricardo Fernandes" userId="cf37fd8b0d3c9e95" providerId="LiveId" clId="{A4F44D94-3E07-43B7-B685-2636B760A42E}" dt="2025-10-22T14:10:39.929" v="21348" actId="20577"/>
        <pc:sldMkLst>
          <pc:docMk/>
          <pc:sldMk cId="272693616" sldId="357"/>
        </pc:sldMkLst>
        <pc:spChg chg="mod">
          <ac:chgData name="Ricardo Fernandes" userId="cf37fd8b0d3c9e95" providerId="LiveId" clId="{A4F44D94-3E07-43B7-B685-2636B760A42E}" dt="2025-10-22T14:10:39.929" v="21348" actId="20577"/>
          <ac:spMkLst>
            <pc:docMk/>
            <pc:sldMk cId="272693616" sldId="357"/>
            <ac:spMk id="19" creationId="{A146B300-D0D8-417F-CB98-DEF31F72A081}"/>
          </ac:spMkLst>
        </pc:spChg>
        <pc:spChg chg="mod">
          <ac:chgData name="Ricardo Fernandes" userId="cf37fd8b0d3c9e95" providerId="LiveId" clId="{A4F44D94-3E07-43B7-B685-2636B760A42E}" dt="2025-10-22T14:10:32.052" v="21343" actId="20577"/>
          <ac:spMkLst>
            <pc:docMk/>
            <pc:sldMk cId="272693616" sldId="357"/>
            <ac:spMk id="9229" creationId="{218B0468-09AE-1065-32A4-F761AAB4B7BA}"/>
          </ac:spMkLst>
        </pc:spChg>
        <pc:picChg chg="add mod">
          <ac:chgData name="Ricardo Fernandes" userId="cf37fd8b0d3c9e95" providerId="LiveId" clId="{A4F44D94-3E07-43B7-B685-2636B760A42E}" dt="2025-10-22T14:10:29.880" v="21340" actId="1076"/>
          <ac:picMkLst>
            <pc:docMk/>
            <pc:sldMk cId="272693616" sldId="357"/>
            <ac:picMk id="8" creationId="{1FF9F948-F5F7-68E3-5DAD-814D196B33FA}"/>
          </ac:picMkLst>
        </pc:picChg>
        <pc:picChg chg="del">
          <ac:chgData name="Ricardo Fernandes" userId="cf37fd8b0d3c9e95" providerId="LiveId" clId="{A4F44D94-3E07-43B7-B685-2636B760A42E}" dt="2025-10-22T14:09:55" v="21337" actId="478"/>
          <ac:picMkLst>
            <pc:docMk/>
            <pc:sldMk cId="272693616" sldId="357"/>
            <ac:picMk id="10" creationId="{875624A6-F754-A2E2-5152-D93F497D03DD}"/>
          </ac:picMkLst>
        </pc:picChg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383868685" sldId="357"/>
        </pc:sldMkLst>
      </pc:sldChg>
      <pc:sldChg chg="addSp delSp modSp add mod">
        <pc:chgData name="Ricardo Fernandes" userId="cf37fd8b0d3c9e95" providerId="LiveId" clId="{A4F44D94-3E07-43B7-B685-2636B760A42E}" dt="2025-10-22T14:14:10.056" v="21572" actId="14100"/>
        <pc:sldMkLst>
          <pc:docMk/>
          <pc:sldMk cId="197307265" sldId="358"/>
        </pc:sldMkLst>
        <pc:spChg chg="mod">
          <ac:chgData name="Ricardo Fernandes" userId="cf37fd8b0d3c9e95" providerId="LiveId" clId="{A4F44D94-3E07-43B7-B685-2636B760A42E}" dt="2025-10-22T14:13:46.397" v="21566" actId="20577"/>
          <ac:spMkLst>
            <pc:docMk/>
            <pc:sldMk cId="197307265" sldId="358"/>
            <ac:spMk id="19" creationId="{95AC0DF2-02C4-F09E-8948-2BECDF9EA137}"/>
          </ac:spMkLst>
        </pc:spChg>
        <pc:spChg chg="mod">
          <ac:chgData name="Ricardo Fernandes" userId="cf37fd8b0d3c9e95" providerId="LiveId" clId="{A4F44D94-3E07-43B7-B685-2636B760A42E}" dt="2025-10-22T14:11:03.166" v="21360" actId="20577"/>
          <ac:spMkLst>
            <pc:docMk/>
            <pc:sldMk cId="197307265" sldId="358"/>
            <ac:spMk id="9229" creationId="{2E6F6200-D88F-625F-7D38-4BC2FFF5C66D}"/>
          </ac:spMkLst>
        </pc:spChg>
        <pc:picChg chg="del">
          <ac:chgData name="Ricardo Fernandes" userId="cf37fd8b0d3c9e95" providerId="LiveId" clId="{A4F44D94-3E07-43B7-B685-2636B760A42E}" dt="2025-10-22T14:11:01.644" v="21359" actId="478"/>
          <ac:picMkLst>
            <pc:docMk/>
            <pc:sldMk cId="197307265" sldId="358"/>
            <ac:picMk id="8" creationId="{C53C8CE6-684B-9A0F-9211-DECE2CCDF1B0}"/>
          </ac:picMkLst>
        </pc:picChg>
        <pc:picChg chg="add mod">
          <ac:chgData name="Ricardo Fernandes" userId="cf37fd8b0d3c9e95" providerId="LiveId" clId="{A4F44D94-3E07-43B7-B685-2636B760A42E}" dt="2025-10-22T14:14:10.056" v="21572" actId="14100"/>
          <ac:picMkLst>
            <pc:docMk/>
            <pc:sldMk cId="197307265" sldId="358"/>
            <ac:picMk id="10" creationId="{8563CA98-E84C-79AF-AAA7-422BF85472DE}"/>
          </ac:picMkLst>
        </pc:picChg>
        <pc:picChg chg="add mod">
          <ac:chgData name="Ricardo Fernandes" userId="cf37fd8b0d3c9e95" providerId="LiveId" clId="{A4F44D94-3E07-43B7-B685-2636B760A42E}" dt="2025-10-22T14:14:08.053" v="21571" actId="1076"/>
          <ac:picMkLst>
            <pc:docMk/>
            <pc:sldMk cId="197307265" sldId="358"/>
            <ac:picMk id="12" creationId="{9449B72C-3CE9-BD44-B380-AA76127D2AA1}"/>
          </ac:picMkLst>
        </pc:picChg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1221070133" sldId="358"/>
        </pc:sldMkLst>
      </pc:sldChg>
      <pc:sldChg chg="addSp delSp modSp add mod">
        <pc:chgData name="Ricardo Fernandes" userId="cf37fd8b0d3c9e95" providerId="LiveId" clId="{A4F44D94-3E07-43B7-B685-2636B760A42E}" dt="2025-10-22T14:14:49.901" v="21723" actId="20577"/>
        <pc:sldMkLst>
          <pc:docMk/>
          <pc:sldMk cId="2716604971" sldId="359"/>
        </pc:sldMkLst>
        <pc:spChg chg="mod">
          <ac:chgData name="Ricardo Fernandes" userId="cf37fd8b0d3c9e95" providerId="LiveId" clId="{A4F44D94-3E07-43B7-B685-2636B760A42E}" dt="2025-10-22T14:14:49.901" v="21723" actId="20577"/>
          <ac:spMkLst>
            <pc:docMk/>
            <pc:sldMk cId="2716604971" sldId="359"/>
            <ac:spMk id="19" creationId="{994A8C2C-B805-C6BF-B0E3-67E8D59C35FE}"/>
          </ac:spMkLst>
        </pc:spChg>
        <pc:picChg chg="add mod">
          <ac:chgData name="Ricardo Fernandes" userId="cf37fd8b0d3c9e95" providerId="LiveId" clId="{A4F44D94-3E07-43B7-B685-2636B760A42E}" dt="2025-10-22T14:14:21.193" v="21577" actId="1076"/>
          <ac:picMkLst>
            <pc:docMk/>
            <pc:sldMk cId="2716604971" sldId="359"/>
            <ac:picMk id="8" creationId="{BF39FB72-276E-2E13-298E-9343ED0EBCCE}"/>
          </ac:picMkLst>
        </pc:picChg>
        <pc:picChg chg="del">
          <ac:chgData name="Ricardo Fernandes" userId="cf37fd8b0d3c9e95" providerId="LiveId" clId="{A4F44D94-3E07-43B7-B685-2636B760A42E}" dt="2025-10-22T14:14:13.392" v="21575" actId="478"/>
          <ac:picMkLst>
            <pc:docMk/>
            <pc:sldMk cId="2716604971" sldId="359"/>
            <ac:picMk id="10" creationId="{3A36C523-F36C-011D-0701-E5050DF17948}"/>
          </ac:picMkLst>
        </pc:picChg>
        <pc:picChg chg="del">
          <ac:chgData name="Ricardo Fernandes" userId="cf37fd8b0d3c9e95" providerId="LiveId" clId="{A4F44D94-3E07-43B7-B685-2636B760A42E}" dt="2025-10-22T14:14:12.956" v="21574" actId="478"/>
          <ac:picMkLst>
            <pc:docMk/>
            <pc:sldMk cId="2716604971" sldId="359"/>
            <ac:picMk id="12" creationId="{979E7F46-A96B-573C-FEAB-AD54341C1C0B}"/>
          </ac:picMkLst>
        </pc:picChg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825478499" sldId="359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855448420" sldId="360"/>
        </pc:sldMkLst>
      </pc:sldChg>
      <pc:sldChg chg="del">
        <pc:chgData name="Ricardo Fernandes" userId="cf37fd8b0d3c9e95" providerId="LiveId" clId="{A4F44D94-3E07-43B7-B685-2636B760A42E}" dt="2025-10-12T13:52:27.249" v="6182" actId="47"/>
        <pc:sldMkLst>
          <pc:docMk/>
          <pc:sldMk cId="2824255926" sldId="361"/>
        </pc:sldMkLst>
      </pc:sldChg>
      <pc:sldChg chg="addSp delSp modSp del mod">
        <pc:chgData name="Ricardo Fernandes" userId="cf37fd8b0d3c9e95" providerId="LiveId" clId="{A4F44D94-3E07-43B7-B685-2636B760A42E}" dt="2025-10-22T14:04:47.114" v="20858" actId="47"/>
        <pc:sldMkLst>
          <pc:docMk/>
          <pc:sldMk cId="3232606489" sldId="362"/>
        </pc:sldMkLst>
        <pc:spChg chg="mod">
          <ac:chgData name="Ricardo Fernandes" userId="cf37fd8b0d3c9e95" providerId="LiveId" clId="{A4F44D94-3E07-43B7-B685-2636B760A42E}" dt="2025-10-21T14:43:46.987" v="7920" actId="20577"/>
          <ac:spMkLst>
            <pc:docMk/>
            <pc:sldMk cId="3232606489" sldId="362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3" creationId="{24D3C41C-CA47-34B3-2EE8-9BE44DD9CA57}"/>
          </ac:spMkLst>
        </pc:spChg>
        <pc:spChg chg="add mod">
          <ac:chgData name="Ricardo Fernandes" userId="cf37fd8b0d3c9e95" providerId="LiveId" clId="{A4F44D94-3E07-43B7-B685-2636B760A42E}" dt="2025-10-21T14:53:55.746" v="8340"/>
          <ac:spMkLst>
            <pc:docMk/>
            <pc:sldMk cId="3232606489" sldId="362"/>
            <ac:spMk id="4" creationId="{30604BB2-4F70-6F3F-AC82-85B0A5407339}"/>
          </ac:spMkLst>
        </pc:spChg>
        <pc:spChg chg="del mod">
          <ac:chgData name="Ricardo Fernandes" userId="cf37fd8b0d3c9e95" providerId="LiveId" clId="{A4F44D94-3E07-43B7-B685-2636B760A42E}" dt="2025-10-21T14:53:55.421" v="8339" actId="478"/>
          <ac:spMkLst>
            <pc:docMk/>
            <pc:sldMk cId="3232606489" sldId="362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22T10:47:05.089" v="20804" actId="20577"/>
          <ac:spMkLst>
            <pc:docMk/>
            <pc:sldMk cId="3232606489" sldId="362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10247" creationId="{02D48B45-8225-0750-E41C-7AFC2F95BAA7}"/>
          </ac:spMkLst>
        </pc:sp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2621570080" sldId="363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461885958" sldId="363"/>
        </pc:sldMkLst>
        <pc:spChg chg="mod">
          <ac:chgData name="Ricardo Fernandes" userId="cf37fd8b0d3c9e95" providerId="LiveId" clId="{A4F44D94-3E07-43B7-B685-2636B760A42E}" dt="2025-10-21T14:43:33.849" v="7914" actId="20577"/>
          <ac:spMkLst>
            <pc:docMk/>
            <pc:sldMk cId="3461885958" sldId="363"/>
            <ac:spMk id="2" creationId="{7424B0D3-595D-B442-21DE-3B37123D970C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3" creationId="{7E9E9091-F246-C9E0-ACED-9AE3602455D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4" creationId="{F86F74BA-D4DF-F28E-5D5F-C2F80C90205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8" creationId="{32BF3C73-D496-43D7-4F43-A61371360112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9" creationId="{5D1E5B03-A7F0-DE24-7D23-449B51634532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9229" creationId="{E2E31D78-A8DE-EC2F-D4A6-85F3559D379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0243" creationId="{CA4E4FB9-B67F-DFBE-BBCA-05B3DE9279E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0244" creationId="{EA433CA1-0389-2521-7904-109FB6B4996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0247" creationId="{381671E6-7837-B933-CA72-988520137102}"/>
          </ac:spMkLst>
        </pc:spChg>
        <pc:picChg chg="add del">
          <ac:chgData name="Ricardo Fernandes" userId="cf37fd8b0d3c9e95" providerId="LiveId" clId="{A4F44D94-3E07-43B7-B685-2636B760A42E}" dt="2025-10-21T14:25:26.405" v="7339" actId="478"/>
          <ac:picMkLst>
            <pc:docMk/>
            <pc:sldMk cId="3461885958" sldId="363"/>
            <ac:picMk id="10" creationId="{DF8D050A-FFD1-EE0F-A7A9-3CBB46A7E37C}"/>
          </ac:picMkLst>
        </pc:picChg>
        <pc:picChg chg="del">
          <ac:chgData name="Ricardo Fernandes" userId="cf37fd8b0d3c9e95" providerId="LiveId" clId="{A4F44D94-3E07-43B7-B685-2636B760A42E}" dt="2025-10-21T14:19:30.999" v="7230" actId="478"/>
          <ac:picMkLst>
            <pc:docMk/>
            <pc:sldMk cId="3461885958" sldId="363"/>
            <ac:picMk id="11" creationId="{9A713DE9-FEA3-FAC1-9926-F8E71EA11FB1}"/>
          </ac:picMkLst>
        </pc:picChg>
        <pc:picChg chg="add mod">
          <ac:chgData name="Ricardo Fernandes" userId="cf37fd8b0d3c9e95" providerId="LiveId" clId="{A4F44D94-3E07-43B7-B685-2636B760A42E}" dt="2025-10-21T14:26:49.612" v="7481" actId="1076"/>
          <ac:picMkLst>
            <pc:docMk/>
            <pc:sldMk cId="3461885958" sldId="363"/>
            <ac:picMk id="14" creationId="{9388AE56-E37F-72D3-429A-4C46AB6640C6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415958359" sldId="364"/>
        </pc:sldMkLst>
      </pc:sldChg>
      <pc:sldChg chg="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378396556" sldId="364"/>
        </pc:sldMkLst>
        <pc:spChg chg="mod">
          <ac:chgData name="Ricardo Fernandes" userId="cf37fd8b0d3c9e95" providerId="LiveId" clId="{A4F44D94-3E07-43B7-B685-2636B760A42E}" dt="2025-10-21T14:43:31.470" v="7913" actId="20577"/>
          <ac:spMkLst>
            <pc:docMk/>
            <pc:sldMk cId="3378396556" sldId="364"/>
            <ac:spMk id="2" creationId="{C314F74E-1E0D-C064-8DDD-102F7F8AFC52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3" creationId="{920B8C3B-8D17-07AB-5311-BAA2EA4553F8}"/>
          </ac:spMkLst>
        </pc:spChg>
        <pc:spChg chg="mod">
          <ac:chgData name="Ricardo Fernandes" userId="cf37fd8b0d3c9e95" providerId="LiveId" clId="{A4F44D94-3E07-43B7-B685-2636B760A42E}" dt="2025-10-21T14:31:00.880" v="7621" actId="20577"/>
          <ac:spMkLst>
            <pc:docMk/>
            <pc:sldMk cId="3378396556" sldId="364"/>
            <ac:spMk id="4" creationId="{7C23DD43-4F83-2DCC-05EC-98C7E66715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8" creationId="{F58DFFA6-C5BC-9FB5-E961-D568FE770979}"/>
          </ac:spMkLst>
        </pc:spChg>
        <pc:spChg chg="mod">
          <ac:chgData name="Ricardo Fernandes" userId="cf37fd8b0d3c9e95" providerId="LiveId" clId="{A4F44D94-3E07-43B7-B685-2636B760A42E}" dt="2025-10-21T14:43:10.793" v="7912" actId="255"/>
          <ac:spMkLst>
            <pc:docMk/>
            <pc:sldMk cId="3378396556" sldId="364"/>
            <ac:spMk id="19" creationId="{AEEF73E0-A10C-32D4-47F8-0E318A130A26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9229" creationId="{0697756F-7337-CE7C-920E-D145F45BC378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10243" creationId="{F29082F0-5D1D-64DA-92FD-067310E2B2A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10244" creationId="{8E76FBE4-9F52-A2D4-742A-FF968221E33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10247" creationId="{7850FFC0-2117-A3CF-57A7-892CF7E34351}"/>
          </ac:spMkLst>
        </pc:spChg>
        <pc:picChg chg="del">
          <ac:chgData name="Ricardo Fernandes" userId="cf37fd8b0d3c9e95" providerId="LiveId" clId="{A4F44D94-3E07-43B7-B685-2636B760A42E}" dt="2025-10-21T14:30:25.339" v="7619" actId="478"/>
          <ac:picMkLst>
            <pc:docMk/>
            <pc:sldMk cId="3378396556" sldId="364"/>
            <ac:picMk id="14" creationId="{02363E2F-F6A9-648D-3455-9AAB78FC82F2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626949921" sldId="365"/>
        </pc:sldMkLst>
        <pc:spChg chg="mod">
          <ac:chgData name="Ricardo Fernandes" userId="cf37fd8b0d3c9e95" providerId="LiveId" clId="{A4F44D94-3E07-43B7-B685-2636B760A42E}" dt="2025-10-21T14:51:05.790" v="8161" actId="20577"/>
          <ac:spMkLst>
            <pc:docMk/>
            <pc:sldMk cId="2626949921" sldId="365"/>
            <ac:spMk id="4" creationId="{FC8A6265-923E-0509-6644-9961E9ACDB60}"/>
          </ac:spMkLst>
        </pc:spChg>
        <pc:spChg chg="add mod">
          <ac:chgData name="Ricardo Fernandes" userId="cf37fd8b0d3c9e95" providerId="LiveId" clId="{A4F44D94-3E07-43B7-B685-2636B760A42E}" dt="2025-10-21T14:52:46.983" v="8177" actId="20577"/>
          <ac:spMkLst>
            <pc:docMk/>
            <pc:sldMk cId="2626949921" sldId="365"/>
            <ac:spMk id="14" creationId="{3E6D3DE5-8E8E-6DFB-4930-CE350D57E42B}"/>
          </ac:spMkLst>
        </pc:spChg>
        <pc:spChg chg="add mod">
          <ac:chgData name="Ricardo Fernandes" userId="cf37fd8b0d3c9e95" providerId="LiveId" clId="{A4F44D94-3E07-43B7-B685-2636B760A42E}" dt="2025-10-21T14:53:47.638" v="8338" actId="20577"/>
          <ac:spMkLst>
            <pc:docMk/>
            <pc:sldMk cId="2626949921" sldId="365"/>
            <ac:spMk id="15" creationId="{449A8AFD-AE01-8344-2F31-55E87B872BA2}"/>
          </ac:spMkLst>
        </pc:spChg>
        <pc:spChg chg="mod">
          <ac:chgData name="Ricardo Fernandes" userId="cf37fd8b0d3c9e95" providerId="LiveId" clId="{A4F44D94-3E07-43B7-B685-2636B760A42E}" dt="2025-10-21T14:51:42.440" v="8171" actId="113"/>
          <ac:spMkLst>
            <pc:docMk/>
            <pc:sldMk cId="2626949921" sldId="365"/>
            <ac:spMk id="19" creationId="{B1656C04-05BC-C69E-78F1-8CD3BC993DFC}"/>
          </ac:spMkLst>
        </pc:spChg>
        <pc:spChg chg="mod">
          <ac:chgData name="Ricardo Fernandes" userId="cf37fd8b0d3c9e95" providerId="LiveId" clId="{A4F44D94-3E07-43B7-B685-2636B760A42E}" dt="2025-10-21T14:44:00.983" v="7925" actId="20577"/>
          <ac:spMkLst>
            <pc:docMk/>
            <pc:sldMk cId="2626949921" sldId="365"/>
            <ac:spMk id="9229" creationId="{406B815C-26AA-03C8-CE80-D2EDC5B49BD5}"/>
          </ac:spMkLst>
        </pc:spChg>
        <pc:picChg chg="add del mod">
          <ac:chgData name="Ricardo Fernandes" userId="cf37fd8b0d3c9e95" providerId="LiveId" clId="{A4F44D94-3E07-43B7-B685-2636B760A42E}" dt="2025-10-21T14:51:30.251" v="8164" actId="478"/>
          <ac:picMkLst>
            <pc:docMk/>
            <pc:sldMk cId="2626949921" sldId="365"/>
            <ac:picMk id="10" creationId="{5E25B337-2F7F-2FDB-7BE3-F6BDB8212394}"/>
          </ac:picMkLst>
        </pc:picChg>
        <pc:picChg chg="add mod">
          <ac:chgData name="Ricardo Fernandes" userId="cf37fd8b0d3c9e95" providerId="LiveId" clId="{A4F44D94-3E07-43B7-B685-2636B760A42E}" dt="2025-10-21T14:52:37.075" v="8173" actId="1076"/>
          <ac:picMkLst>
            <pc:docMk/>
            <pc:sldMk cId="2626949921" sldId="365"/>
            <ac:picMk id="12" creationId="{A83BD31C-081B-F549-2A9B-ED7C1ADB294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257931356" sldId="365"/>
        </pc:sldMkLst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15395682" sldId="366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431597512" sldId="366"/>
        </pc:sldMkLst>
        <pc:spChg chg="del">
          <ac:chgData name="Ricardo Fernandes" userId="cf37fd8b0d3c9e95" providerId="LiveId" clId="{A4F44D94-3E07-43B7-B685-2636B760A42E}" dt="2025-10-21T15:17:18.393" v="8755" actId="478"/>
          <ac:spMkLst>
            <pc:docMk/>
            <pc:sldMk cId="3431597512" sldId="366"/>
            <ac:spMk id="4" creationId="{17D9EE61-D6CC-AFA5-717C-2ECAD94EC71F}"/>
          </ac:spMkLst>
        </pc:spChg>
        <pc:spChg chg="del">
          <ac:chgData name="Ricardo Fernandes" userId="cf37fd8b0d3c9e95" providerId="LiveId" clId="{A4F44D94-3E07-43B7-B685-2636B760A42E}" dt="2025-10-21T15:11:46.233" v="8353" actId="478"/>
          <ac:spMkLst>
            <pc:docMk/>
            <pc:sldMk cId="3431597512" sldId="366"/>
            <ac:spMk id="15" creationId="{C3ABB015-3A18-3528-4DCA-AE07D71E484D}"/>
          </ac:spMkLst>
        </pc:spChg>
        <pc:spChg chg="mod">
          <ac:chgData name="Ricardo Fernandes" userId="cf37fd8b0d3c9e95" providerId="LiveId" clId="{A4F44D94-3E07-43B7-B685-2636B760A42E}" dt="2025-10-21T15:16:43.154" v="8754" actId="20577"/>
          <ac:spMkLst>
            <pc:docMk/>
            <pc:sldMk cId="3431597512" sldId="366"/>
            <ac:spMk id="19" creationId="{A79A2923-A334-CFF3-4CD0-C6CB5E359F0D}"/>
          </ac:spMkLst>
        </pc:spChg>
        <pc:spChg chg="mod">
          <ac:chgData name="Ricardo Fernandes" userId="cf37fd8b0d3c9e95" providerId="LiveId" clId="{A4F44D94-3E07-43B7-B685-2636B760A42E}" dt="2025-10-21T15:12:15.429" v="8378" actId="20577"/>
          <ac:spMkLst>
            <pc:docMk/>
            <pc:sldMk cId="3431597512" sldId="366"/>
            <ac:spMk id="9229" creationId="{3AFB228C-59C4-31FD-54BC-041A206CE668}"/>
          </ac:spMkLst>
        </pc:spChg>
        <pc:picChg chg="add mod">
          <ac:chgData name="Ricardo Fernandes" userId="cf37fd8b0d3c9e95" providerId="LiveId" clId="{A4F44D94-3E07-43B7-B685-2636B760A42E}" dt="2025-10-21T15:12:32.961" v="8381" actId="1076"/>
          <ac:picMkLst>
            <pc:docMk/>
            <pc:sldMk cId="3431597512" sldId="366"/>
            <ac:picMk id="10" creationId="{C2CD09C9-A0A8-88CE-8FE2-325CC936D8F4}"/>
          </ac:picMkLst>
        </pc:picChg>
        <pc:picChg chg="del">
          <ac:chgData name="Ricardo Fernandes" userId="cf37fd8b0d3c9e95" providerId="LiveId" clId="{A4F44D94-3E07-43B7-B685-2636B760A42E}" dt="2025-10-21T15:11:44.715" v="8352" actId="478"/>
          <ac:picMkLst>
            <pc:docMk/>
            <pc:sldMk cId="3431597512" sldId="366"/>
            <ac:picMk id="12" creationId="{210ED995-8355-67EB-0F11-9DF41F980FA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701346922" sldId="367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219663370" sldId="367"/>
        </pc:sldMkLst>
        <pc:spChg chg="mod">
          <ac:chgData name="Ricardo Fernandes" userId="cf37fd8b0d3c9e95" providerId="LiveId" clId="{A4F44D94-3E07-43B7-B685-2636B760A42E}" dt="2025-10-21T15:21:27.924" v="9149" actId="313"/>
          <ac:spMkLst>
            <pc:docMk/>
            <pc:sldMk cId="3219663370" sldId="367"/>
            <ac:spMk id="19" creationId="{DAA766D5-04DF-C917-64BB-1C37CA9F394E}"/>
          </ac:spMkLst>
        </pc:spChg>
        <pc:picChg chg="add mod">
          <ac:chgData name="Ricardo Fernandes" userId="cf37fd8b0d3c9e95" providerId="LiveId" clId="{A4F44D94-3E07-43B7-B685-2636B760A42E}" dt="2025-10-21T15:17:24.089" v="8759" actId="1076"/>
          <ac:picMkLst>
            <pc:docMk/>
            <pc:sldMk cId="3219663370" sldId="367"/>
            <ac:picMk id="6" creationId="{05BDDAD3-8348-71F2-F39F-024C796307CD}"/>
          </ac:picMkLst>
        </pc:picChg>
        <pc:picChg chg="del">
          <ac:chgData name="Ricardo Fernandes" userId="cf37fd8b0d3c9e95" providerId="LiveId" clId="{A4F44D94-3E07-43B7-B685-2636B760A42E}" dt="2025-10-21T15:17:21.487" v="8757" actId="478"/>
          <ac:picMkLst>
            <pc:docMk/>
            <pc:sldMk cId="3219663370" sldId="367"/>
            <ac:picMk id="10" creationId="{D554375C-58E0-ECFE-CE0B-B3727171E119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83994924" sldId="368"/>
        </pc:sldMkLst>
        <pc:spChg chg="mod">
          <ac:chgData name="Ricardo Fernandes" userId="cf37fd8b0d3c9e95" providerId="LiveId" clId="{A4F44D94-3E07-43B7-B685-2636B760A42E}" dt="2025-10-21T15:26:49.493" v="9546" actId="20577"/>
          <ac:spMkLst>
            <pc:docMk/>
            <pc:sldMk cId="83994924" sldId="368"/>
            <ac:spMk id="19" creationId="{EE922E9F-58D8-5DDB-79C8-7CE281B075EC}"/>
          </ac:spMkLst>
        </pc:spChg>
        <pc:picChg chg="del">
          <ac:chgData name="Ricardo Fernandes" userId="cf37fd8b0d3c9e95" providerId="LiveId" clId="{A4F44D94-3E07-43B7-B685-2636B760A42E}" dt="2025-10-21T15:21:56.291" v="9151" actId="478"/>
          <ac:picMkLst>
            <pc:docMk/>
            <pc:sldMk cId="83994924" sldId="368"/>
            <ac:picMk id="6" creationId="{A8D18E6D-AE2A-87D3-0D3D-8AD6EA3AA485}"/>
          </ac:picMkLst>
        </pc:picChg>
        <pc:picChg chg="add del mod">
          <ac:chgData name="Ricardo Fernandes" userId="cf37fd8b0d3c9e95" providerId="LiveId" clId="{A4F44D94-3E07-43B7-B685-2636B760A42E}" dt="2025-10-21T15:23:16.899" v="9158" actId="478"/>
          <ac:picMkLst>
            <pc:docMk/>
            <pc:sldMk cId="83994924" sldId="368"/>
            <ac:picMk id="10" creationId="{7B767623-7C81-88FF-D040-BC927F88F69B}"/>
          </ac:picMkLst>
        </pc:picChg>
        <pc:picChg chg="add mod">
          <ac:chgData name="Ricardo Fernandes" userId="cf37fd8b0d3c9e95" providerId="LiveId" clId="{A4F44D94-3E07-43B7-B685-2636B760A42E}" dt="2025-10-21T15:23:23.529" v="9168" actId="1076"/>
          <ac:picMkLst>
            <pc:docMk/>
            <pc:sldMk cId="83994924" sldId="368"/>
            <ac:picMk id="12" creationId="{02493331-E5BA-A2A6-787A-1F6367234FA3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575741580" sldId="368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1992258338" sldId="369"/>
        </pc:sldMkLst>
        <pc:spChg chg="mod">
          <ac:chgData name="Ricardo Fernandes" userId="cf37fd8b0d3c9e95" providerId="LiveId" clId="{A4F44D94-3E07-43B7-B685-2636B760A42E}" dt="2025-10-21T15:30:16.657" v="10116" actId="20577"/>
          <ac:spMkLst>
            <pc:docMk/>
            <pc:sldMk cId="1992258338" sldId="369"/>
            <ac:spMk id="19" creationId="{41FFAD9F-C3CF-79CA-F1D0-E60AD4519F6C}"/>
          </ac:spMkLst>
        </pc:spChg>
        <pc:picChg chg="add mod">
          <ac:chgData name="Ricardo Fernandes" userId="cf37fd8b0d3c9e95" providerId="LiveId" clId="{A4F44D94-3E07-43B7-B685-2636B760A42E}" dt="2025-10-21T15:27:10.758" v="9550" actId="1076"/>
          <ac:picMkLst>
            <pc:docMk/>
            <pc:sldMk cId="1992258338" sldId="369"/>
            <ac:picMk id="6" creationId="{72AC0ED4-495C-5D8E-440D-F7AFC540C36A}"/>
          </ac:picMkLst>
        </pc:picChg>
        <pc:picChg chg="del">
          <ac:chgData name="Ricardo Fernandes" userId="cf37fd8b0d3c9e95" providerId="LiveId" clId="{A4F44D94-3E07-43B7-B685-2636B760A42E}" dt="2025-10-21T15:26:52.622" v="9548" actId="478"/>
          <ac:picMkLst>
            <pc:docMk/>
            <pc:sldMk cId="1992258338" sldId="369"/>
            <ac:picMk id="12" creationId="{58EB92F5-4F02-ABC0-3966-58AEDEEECAC8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322050093" sldId="369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275978693" sldId="370"/>
        </pc:sldMkLst>
        <pc:spChg chg="mod">
          <ac:chgData name="Ricardo Fernandes" userId="cf37fd8b0d3c9e95" providerId="LiveId" clId="{A4F44D94-3E07-43B7-B685-2636B760A42E}" dt="2025-10-21T15:34:23.974" v="10520" actId="20577"/>
          <ac:spMkLst>
            <pc:docMk/>
            <pc:sldMk cId="2275978693" sldId="370"/>
            <ac:spMk id="19" creationId="{4F7143E7-6D0D-5530-7E4B-A19039FABBF2}"/>
          </ac:spMkLst>
        </pc:spChg>
        <pc:spChg chg="mod">
          <ac:chgData name="Ricardo Fernandes" userId="cf37fd8b0d3c9e95" providerId="LiveId" clId="{A4F44D94-3E07-43B7-B685-2636B760A42E}" dt="2025-10-21T15:30:32.025" v="10143" actId="20577"/>
          <ac:spMkLst>
            <pc:docMk/>
            <pc:sldMk cId="2275978693" sldId="370"/>
            <ac:spMk id="9229" creationId="{DC0F463C-6185-405F-81D9-EA5970891909}"/>
          </ac:spMkLst>
        </pc:spChg>
        <pc:picChg chg="del">
          <ac:chgData name="Ricardo Fernandes" userId="cf37fd8b0d3c9e95" providerId="LiveId" clId="{A4F44D94-3E07-43B7-B685-2636B760A42E}" dt="2025-10-21T15:30:34.558" v="10144" actId="478"/>
          <ac:picMkLst>
            <pc:docMk/>
            <pc:sldMk cId="2275978693" sldId="370"/>
            <ac:picMk id="6" creationId="{7D553126-544C-85B5-0C2F-B9211B1B219D}"/>
          </ac:picMkLst>
        </pc:picChg>
        <pc:picChg chg="add mod">
          <ac:chgData name="Ricardo Fernandes" userId="cf37fd8b0d3c9e95" providerId="LiveId" clId="{A4F44D94-3E07-43B7-B685-2636B760A42E}" dt="2025-10-21T15:32:20.573" v="10147" actId="1076"/>
          <ac:picMkLst>
            <pc:docMk/>
            <pc:sldMk cId="2275978693" sldId="370"/>
            <ac:picMk id="10" creationId="{C8F38BD3-23B4-3166-B1BD-0C693C32B515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582819009" sldId="370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654795512" sldId="371"/>
        </pc:sldMkLst>
        <pc:spChg chg="mod">
          <ac:chgData name="Ricardo Fernandes" userId="cf37fd8b0d3c9e95" providerId="LiveId" clId="{A4F44D94-3E07-43B7-B685-2636B760A42E}" dt="2025-10-21T15:37:15.278" v="10927" actId="20577"/>
          <ac:spMkLst>
            <pc:docMk/>
            <pc:sldMk cId="654795512" sldId="371"/>
            <ac:spMk id="19" creationId="{090E1D78-8ED9-6E00-273C-6790FA0891C3}"/>
          </ac:spMkLst>
        </pc:spChg>
        <pc:picChg chg="add mod">
          <ac:chgData name="Ricardo Fernandes" userId="cf37fd8b0d3c9e95" providerId="LiveId" clId="{A4F44D94-3E07-43B7-B685-2636B760A42E}" dt="2025-10-21T15:37:19.080" v="10930" actId="1076"/>
          <ac:picMkLst>
            <pc:docMk/>
            <pc:sldMk cId="654795512" sldId="371"/>
            <ac:picMk id="6" creationId="{8A1B27DA-628F-BBB4-F4D4-AED98EA58C03}"/>
          </ac:picMkLst>
        </pc:picChg>
        <pc:picChg chg="del">
          <ac:chgData name="Ricardo Fernandes" userId="cf37fd8b0d3c9e95" providerId="LiveId" clId="{A4F44D94-3E07-43B7-B685-2636B760A42E}" dt="2025-10-21T15:34:38.313" v="10522" actId="478"/>
          <ac:picMkLst>
            <pc:docMk/>
            <pc:sldMk cId="654795512" sldId="371"/>
            <ac:picMk id="10" creationId="{40B15BE9-571B-5EE5-D45D-669508E2F1D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425661872" sldId="371"/>
        </pc:sldMkLst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70400844" sldId="372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144834757" sldId="372"/>
        </pc:sldMkLst>
        <pc:spChg chg="mod">
          <ac:chgData name="Ricardo Fernandes" userId="cf37fd8b0d3c9e95" providerId="LiveId" clId="{A4F44D94-3E07-43B7-B685-2636B760A42E}" dt="2025-10-21T15:39:06.887" v="11165" actId="20577"/>
          <ac:spMkLst>
            <pc:docMk/>
            <pc:sldMk cId="2144834757" sldId="372"/>
            <ac:spMk id="19" creationId="{2C5DEEEA-47C5-5964-91DF-442C436C9B69}"/>
          </ac:spMkLst>
        </pc:spChg>
        <pc:picChg chg="del">
          <ac:chgData name="Ricardo Fernandes" userId="cf37fd8b0d3c9e95" providerId="LiveId" clId="{A4F44D94-3E07-43B7-B685-2636B760A42E}" dt="2025-10-21T15:37:34.692" v="10932" actId="478"/>
          <ac:picMkLst>
            <pc:docMk/>
            <pc:sldMk cId="2144834757" sldId="372"/>
            <ac:picMk id="6" creationId="{0CA14C23-AF8B-FEE6-285E-111E01F7CF9B}"/>
          </ac:picMkLst>
        </pc:picChg>
        <pc:picChg chg="add mod">
          <ac:chgData name="Ricardo Fernandes" userId="cf37fd8b0d3c9e95" providerId="LiveId" clId="{A4F44D94-3E07-43B7-B685-2636B760A42E}" dt="2025-10-21T15:37:36.493" v="10934" actId="1076"/>
          <ac:picMkLst>
            <pc:docMk/>
            <pc:sldMk cId="2144834757" sldId="372"/>
            <ac:picMk id="10" creationId="{F9DF69D0-8247-9041-DE1F-0552D5C5759B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540821006" sldId="373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1969461451" sldId="373"/>
        </pc:sldMkLst>
        <pc:spChg chg="mod">
          <ac:chgData name="Ricardo Fernandes" userId="cf37fd8b0d3c9e95" providerId="LiveId" clId="{A4F44D94-3E07-43B7-B685-2636B760A42E}" dt="2025-10-21T15:53:35.522" v="11433" actId="20577"/>
          <ac:spMkLst>
            <pc:docMk/>
            <pc:sldMk cId="1969461451" sldId="373"/>
            <ac:spMk id="19" creationId="{09DD7C62-82F0-BA01-F219-F931E9824CAC}"/>
          </ac:spMkLst>
        </pc:spChg>
        <pc:spChg chg="mod">
          <ac:chgData name="Ricardo Fernandes" userId="cf37fd8b0d3c9e95" providerId="LiveId" clId="{A4F44D94-3E07-43B7-B685-2636B760A42E}" dt="2025-10-21T15:51:27.368" v="11167" actId="20577"/>
          <ac:spMkLst>
            <pc:docMk/>
            <pc:sldMk cId="1969461451" sldId="373"/>
            <ac:spMk id="9229" creationId="{0CCE621C-8625-3DD1-D66C-EEC4998BB871}"/>
          </ac:spMkLst>
        </pc:spChg>
        <pc:picChg chg="add mod">
          <ac:chgData name="Ricardo Fernandes" userId="cf37fd8b0d3c9e95" providerId="LiveId" clId="{A4F44D94-3E07-43B7-B685-2636B760A42E}" dt="2025-10-21T15:53:31.350" v="11430" actId="1076"/>
          <ac:picMkLst>
            <pc:docMk/>
            <pc:sldMk cId="1969461451" sldId="373"/>
            <ac:picMk id="6" creationId="{E0DC3EA7-6481-448F-91E0-9889B66F4127}"/>
          </ac:picMkLst>
        </pc:picChg>
        <pc:picChg chg="del">
          <ac:chgData name="Ricardo Fernandes" userId="cf37fd8b0d3c9e95" providerId="LiveId" clId="{A4F44D94-3E07-43B7-B685-2636B760A42E}" dt="2025-10-21T15:51:27.980" v="11168" actId="478"/>
          <ac:picMkLst>
            <pc:docMk/>
            <pc:sldMk cId="1969461451" sldId="373"/>
            <ac:picMk id="10" creationId="{61D27990-0A4C-28E7-97D9-683E00BE13AB}"/>
          </ac:picMkLst>
        </pc:picChg>
        <pc:picChg chg="add mod">
          <ac:chgData name="Ricardo Fernandes" userId="cf37fd8b0d3c9e95" providerId="LiveId" clId="{A4F44D94-3E07-43B7-B685-2636B760A42E}" dt="2025-10-21T15:53:32.834" v="11431" actId="1076"/>
          <ac:picMkLst>
            <pc:docMk/>
            <pc:sldMk cId="1969461451" sldId="373"/>
            <ac:picMk id="12" creationId="{CD626E25-0C20-46FC-970E-6C3465B057F7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831325953" sldId="374"/>
        </pc:sldMkLst>
        <pc:spChg chg="mod">
          <ac:chgData name="Ricardo Fernandes" userId="cf37fd8b0d3c9e95" providerId="LiveId" clId="{A4F44D94-3E07-43B7-B685-2636B760A42E}" dt="2025-10-21T16:19:50.989" v="11907" actId="20577"/>
          <ac:spMkLst>
            <pc:docMk/>
            <pc:sldMk cId="831325953" sldId="374"/>
            <ac:spMk id="19" creationId="{44D7B606-1849-4B5B-174F-033CE4BF6D2E}"/>
          </ac:spMkLst>
        </pc:spChg>
        <pc:spChg chg="mod">
          <ac:chgData name="Ricardo Fernandes" userId="cf37fd8b0d3c9e95" providerId="LiveId" clId="{A4F44D94-3E07-43B7-B685-2636B760A42E}" dt="2025-10-21T16:08:10.603" v="11479" actId="20577"/>
          <ac:spMkLst>
            <pc:docMk/>
            <pc:sldMk cId="831325953" sldId="374"/>
            <ac:spMk id="9229" creationId="{A860658F-44CA-E07D-3F52-FD24787BF7A6}"/>
          </ac:spMkLst>
        </pc:spChg>
        <pc:picChg chg="del">
          <ac:chgData name="Ricardo Fernandes" userId="cf37fd8b0d3c9e95" providerId="LiveId" clId="{A4F44D94-3E07-43B7-B685-2636B760A42E}" dt="2025-10-21T16:08:13.917" v="11482" actId="478"/>
          <ac:picMkLst>
            <pc:docMk/>
            <pc:sldMk cId="831325953" sldId="374"/>
            <ac:picMk id="6" creationId="{CF8BA627-1DBE-023A-795C-3F7F230BA0EA}"/>
          </ac:picMkLst>
        </pc:picChg>
        <pc:picChg chg="add mod">
          <ac:chgData name="Ricardo Fernandes" userId="cf37fd8b0d3c9e95" providerId="LiveId" clId="{A4F44D94-3E07-43B7-B685-2636B760A42E}" dt="2025-10-21T16:10:20.079" v="11484" actId="1076"/>
          <ac:picMkLst>
            <pc:docMk/>
            <pc:sldMk cId="831325953" sldId="374"/>
            <ac:picMk id="10" creationId="{766ED5CF-C693-B412-C853-E47CBB55AD3D}"/>
          </ac:picMkLst>
        </pc:picChg>
        <pc:picChg chg="del">
          <ac:chgData name="Ricardo Fernandes" userId="cf37fd8b0d3c9e95" providerId="LiveId" clId="{A4F44D94-3E07-43B7-B685-2636B760A42E}" dt="2025-10-21T16:08:13.570" v="11481" actId="478"/>
          <ac:picMkLst>
            <pc:docMk/>
            <pc:sldMk cId="831325953" sldId="374"/>
            <ac:picMk id="12" creationId="{0DEAE3D1-8173-4242-48FE-5DA5DE6D639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2778198369" sldId="374"/>
        </pc:sldMkLst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2309911693" sldId="375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805239867" sldId="375"/>
        </pc:sldMkLst>
        <pc:spChg chg="mod">
          <ac:chgData name="Ricardo Fernandes" userId="cf37fd8b0d3c9e95" providerId="LiveId" clId="{A4F44D94-3E07-43B7-B685-2636B760A42E}" dt="2025-10-21T16:24:53.933" v="12117" actId="20577"/>
          <ac:spMkLst>
            <pc:docMk/>
            <pc:sldMk cId="3805239867" sldId="375"/>
            <ac:spMk id="19" creationId="{2C53A4AA-AF50-FEFA-4875-58E39A71D858}"/>
          </ac:spMkLst>
        </pc:spChg>
        <pc:picChg chg="add mod">
          <ac:chgData name="Ricardo Fernandes" userId="cf37fd8b0d3c9e95" providerId="LiveId" clId="{A4F44D94-3E07-43B7-B685-2636B760A42E}" dt="2025-10-21T16:20:16.520" v="11914" actId="1076"/>
          <ac:picMkLst>
            <pc:docMk/>
            <pc:sldMk cId="3805239867" sldId="375"/>
            <ac:picMk id="6" creationId="{1566525E-1388-502C-F52E-F8DB4899A5EF}"/>
          </ac:picMkLst>
        </pc:picChg>
        <pc:picChg chg="del mod">
          <ac:chgData name="Ricardo Fernandes" userId="cf37fd8b0d3c9e95" providerId="LiveId" clId="{A4F44D94-3E07-43B7-B685-2636B760A42E}" dt="2025-10-21T16:20:13.421" v="11910" actId="478"/>
          <ac:picMkLst>
            <pc:docMk/>
            <pc:sldMk cId="3805239867" sldId="375"/>
            <ac:picMk id="10" creationId="{C2D5C0E3-4A33-13A7-7CA1-9BB43F11A433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872339032" sldId="376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1973873985" sldId="376"/>
        </pc:sldMkLst>
        <pc:spChg chg="mod">
          <ac:chgData name="Ricardo Fernandes" userId="cf37fd8b0d3c9e95" providerId="LiveId" clId="{A4F44D94-3E07-43B7-B685-2636B760A42E}" dt="2025-10-21T16:29:19.565" v="12492" actId="20577"/>
          <ac:spMkLst>
            <pc:docMk/>
            <pc:sldMk cId="1973873985" sldId="376"/>
            <ac:spMk id="19" creationId="{1B22FAE0-1721-46A6-EF58-CD0EF27C4655}"/>
          </ac:spMkLst>
        </pc:spChg>
        <pc:spChg chg="mod">
          <ac:chgData name="Ricardo Fernandes" userId="cf37fd8b0d3c9e95" providerId="LiveId" clId="{A4F44D94-3E07-43B7-B685-2636B760A42E}" dt="2025-10-21T16:24:58.424" v="12125" actId="20577"/>
          <ac:spMkLst>
            <pc:docMk/>
            <pc:sldMk cId="1973873985" sldId="376"/>
            <ac:spMk id="9229" creationId="{E9C6DB54-029C-0332-C2A3-A1261758AB22}"/>
          </ac:spMkLst>
        </pc:spChg>
        <pc:picChg chg="del">
          <ac:chgData name="Ricardo Fernandes" userId="cf37fd8b0d3c9e95" providerId="LiveId" clId="{A4F44D94-3E07-43B7-B685-2636B760A42E}" dt="2025-10-21T16:25:16.191" v="12126" actId="478"/>
          <ac:picMkLst>
            <pc:docMk/>
            <pc:sldMk cId="1973873985" sldId="376"/>
            <ac:picMk id="6" creationId="{A7CEAB70-7A18-1EBA-09EF-F5EB61BDA868}"/>
          </ac:picMkLst>
        </pc:picChg>
        <pc:picChg chg="add mod">
          <ac:chgData name="Ricardo Fernandes" userId="cf37fd8b0d3c9e95" providerId="LiveId" clId="{A4F44D94-3E07-43B7-B685-2636B760A42E}" dt="2025-10-21T16:25:21.272" v="12132" actId="1076"/>
          <ac:picMkLst>
            <pc:docMk/>
            <pc:sldMk cId="1973873985" sldId="376"/>
            <ac:picMk id="10" creationId="{78717686-EBC3-5B8A-55F6-54BEBC48D12D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316903218" sldId="377"/>
        </pc:sldMkLst>
      </pc:sldChg>
      <pc:sldChg chg="modSp add del mod">
        <pc:chgData name="Ricardo Fernandes" userId="cf37fd8b0d3c9e95" providerId="LiveId" clId="{A4F44D94-3E07-43B7-B685-2636B760A42E}" dt="2025-10-22T14:04:47.114" v="20858" actId="47"/>
        <pc:sldMkLst>
          <pc:docMk/>
          <pc:sldMk cId="3482915415" sldId="377"/>
        </pc:sldMkLst>
        <pc:spChg chg="mod">
          <ac:chgData name="Ricardo Fernandes" userId="cf37fd8b0d3c9e95" providerId="LiveId" clId="{A4F44D94-3E07-43B7-B685-2636B760A42E}" dt="2025-10-21T16:30:47.082" v="12713" actId="313"/>
          <ac:spMkLst>
            <pc:docMk/>
            <pc:sldMk cId="3482915415" sldId="377"/>
            <ac:spMk id="19" creationId="{860F63C7-2C47-480F-4B4E-F2FB97ED9319}"/>
          </ac:spMkLst>
        </pc:sp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798739074" sldId="378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925540827" sldId="378"/>
        </pc:sldMkLst>
        <pc:spChg chg="mod">
          <ac:chgData name="Ricardo Fernandes" userId="cf37fd8b0d3c9e95" providerId="LiveId" clId="{A4F44D94-3E07-43B7-B685-2636B760A42E}" dt="2025-10-21T16:36:04.678" v="13360" actId="20577"/>
          <ac:spMkLst>
            <pc:docMk/>
            <pc:sldMk cId="2925540827" sldId="378"/>
            <ac:spMk id="19" creationId="{8AB56706-BAF3-59C7-ED04-72015A26B832}"/>
          </ac:spMkLst>
        </pc:spChg>
        <pc:spChg chg="mod">
          <ac:chgData name="Ricardo Fernandes" userId="cf37fd8b0d3c9e95" providerId="LiveId" clId="{A4F44D94-3E07-43B7-B685-2636B760A42E}" dt="2025-10-21T16:31:00.246" v="12732" actId="20577"/>
          <ac:spMkLst>
            <pc:docMk/>
            <pc:sldMk cId="2925540827" sldId="378"/>
            <ac:spMk id="9229" creationId="{BC11FBE8-EBAE-60AD-A231-27038454402F}"/>
          </ac:spMkLst>
        </pc:spChg>
        <pc:picChg chg="add del mod">
          <ac:chgData name="Ricardo Fernandes" userId="cf37fd8b0d3c9e95" providerId="LiveId" clId="{A4F44D94-3E07-43B7-B685-2636B760A42E}" dt="2025-10-21T16:31:42.996" v="12737" actId="478"/>
          <ac:picMkLst>
            <pc:docMk/>
            <pc:sldMk cId="2925540827" sldId="378"/>
            <ac:picMk id="6" creationId="{A405B5C2-1C02-1074-7AF7-64AD6C18EDE9}"/>
          </ac:picMkLst>
        </pc:picChg>
        <pc:picChg chg="del">
          <ac:chgData name="Ricardo Fernandes" userId="cf37fd8b0d3c9e95" providerId="LiveId" clId="{A4F44D94-3E07-43B7-B685-2636B760A42E}" dt="2025-10-21T16:31:01.667" v="12733" actId="478"/>
          <ac:picMkLst>
            <pc:docMk/>
            <pc:sldMk cId="2925540827" sldId="378"/>
            <ac:picMk id="10" creationId="{CA160863-E9DD-B5D4-7CB2-427D3FAF8D6E}"/>
          </ac:picMkLst>
        </pc:picChg>
        <pc:picChg chg="add mod">
          <ac:chgData name="Ricardo Fernandes" userId="cf37fd8b0d3c9e95" providerId="LiveId" clId="{A4F44D94-3E07-43B7-B685-2636B760A42E}" dt="2025-10-21T16:31:57.613" v="12739" actId="1076"/>
          <ac:picMkLst>
            <pc:docMk/>
            <pc:sldMk cId="2925540827" sldId="378"/>
            <ac:picMk id="12" creationId="{4AAA2407-0857-FD3F-F7FE-EC3A028818A1}"/>
          </ac:picMkLst>
        </pc:picChg>
      </pc:sldChg>
      <pc:sldChg chg="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855344810" sldId="379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201291070" sldId="379"/>
        </pc:sldMkLst>
        <pc:spChg chg="mod">
          <ac:chgData name="Ricardo Fernandes" userId="cf37fd8b0d3c9e95" providerId="LiveId" clId="{A4F44D94-3E07-43B7-B685-2636B760A42E}" dt="2025-10-21T20:23:57.364" v="13693" actId="20577"/>
          <ac:spMkLst>
            <pc:docMk/>
            <pc:sldMk cId="2201291070" sldId="379"/>
            <ac:spMk id="19" creationId="{E9452BB0-7F0F-4D1B-621B-AACE08278AFB}"/>
          </ac:spMkLst>
        </pc:spChg>
        <pc:spChg chg="mod">
          <ac:chgData name="Ricardo Fernandes" userId="cf37fd8b0d3c9e95" providerId="LiveId" clId="{A4F44D94-3E07-43B7-B685-2636B760A42E}" dt="2025-10-21T16:36:27.502" v="13386" actId="20577"/>
          <ac:spMkLst>
            <pc:docMk/>
            <pc:sldMk cId="2201291070" sldId="379"/>
            <ac:spMk id="9229" creationId="{FB9922B5-A2E0-CDD7-7CCA-18A4704AD37A}"/>
          </ac:spMkLst>
        </pc:spChg>
        <pc:picChg chg="add mod">
          <ac:chgData name="Ricardo Fernandes" userId="cf37fd8b0d3c9e95" providerId="LiveId" clId="{A4F44D94-3E07-43B7-B685-2636B760A42E}" dt="2025-10-21T20:19:10.131" v="13388" actId="1076"/>
          <ac:picMkLst>
            <pc:docMk/>
            <pc:sldMk cId="2201291070" sldId="379"/>
            <ac:picMk id="6" creationId="{C1B56DFC-10D1-8D88-6D1D-C37EF8FC6372}"/>
          </ac:picMkLst>
        </pc:picChg>
        <pc:picChg chg="del">
          <ac:chgData name="Ricardo Fernandes" userId="cf37fd8b0d3c9e95" providerId="LiveId" clId="{A4F44D94-3E07-43B7-B685-2636B760A42E}" dt="2025-10-21T16:36:19.303" v="13373" actId="478"/>
          <ac:picMkLst>
            <pc:docMk/>
            <pc:sldMk cId="2201291070" sldId="379"/>
            <ac:picMk id="12" creationId="{4192F0D8-19A0-90D4-D8C0-C989A5F9A923}"/>
          </ac:picMkLst>
        </pc:picChg>
      </pc:sldChg>
      <pc:sldChg chg="add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993062561" sldId="380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4281541532" sldId="380"/>
        </pc:sldMkLst>
        <pc:spChg chg="mod">
          <ac:chgData name="Ricardo Fernandes" userId="cf37fd8b0d3c9e95" providerId="LiveId" clId="{A4F44D94-3E07-43B7-B685-2636B760A42E}" dt="2025-10-21T20:25:27.567" v="13861" actId="20577"/>
          <ac:spMkLst>
            <pc:docMk/>
            <pc:sldMk cId="4281541532" sldId="380"/>
            <ac:spMk id="19" creationId="{9D4184F5-3081-9DE2-A79C-03015C45A931}"/>
          </ac:spMkLst>
        </pc:spChg>
        <pc:picChg chg="del">
          <ac:chgData name="Ricardo Fernandes" userId="cf37fd8b0d3c9e95" providerId="LiveId" clId="{A4F44D94-3E07-43B7-B685-2636B760A42E}" dt="2025-10-21T20:24:33.235" v="13695" actId="478"/>
          <ac:picMkLst>
            <pc:docMk/>
            <pc:sldMk cId="4281541532" sldId="380"/>
            <ac:picMk id="6" creationId="{815CAA6C-1C3E-4D2F-71A6-569AFCB8DB60}"/>
          </ac:picMkLst>
        </pc:picChg>
        <pc:picChg chg="add mod">
          <ac:chgData name="Ricardo Fernandes" userId="cf37fd8b0d3c9e95" providerId="LiveId" clId="{A4F44D94-3E07-43B7-B685-2636B760A42E}" dt="2025-10-21T20:25:28.845" v="13862" actId="1076"/>
          <ac:picMkLst>
            <pc:docMk/>
            <pc:sldMk cId="4281541532" sldId="380"/>
            <ac:picMk id="10" creationId="{5479FB46-01CD-3B94-5B8A-3899C129CF4C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762881727" sldId="381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358553975" sldId="381"/>
        </pc:sldMkLst>
        <pc:spChg chg="del">
          <ac:chgData name="Ricardo Fernandes" userId="cf37fd8b0d3c9e95" providerId="LiveId" clId="{A4F44D94-3E07-43B7-B685-2636B760A42E}" dt="2025-10-21T20:36:05.491" v="14119" actId="478"/>
          <ac:spMkLst>
            <pc:docMk/>
            <pc:sldMk cId="3358553975" sldId="381"/>
            <ac:spMk id="14" creationId="{1670A349-0535-48CF-027E-CFA03464A39D}"/>
          </ac:spMkLst>
        </pc:spChg>
        <pc:spChg chg="mod">
          <ac:chgData name="Ricardo Fernandes" userId="cf37fd8b0d3c9e95" providerId="LiveId" clId="{A4F44D94-3E07-43B7-B685-2636B760A42E}" dt="2025-10-21T20:40:20.970" v="14426" actId="20577"/>
          <ac:spMkLst>
            <pc:docMk/>
            <pc:sldMk cId="3358553975" sldId="381"/>
            <ac:spMk id="19" creationId="{FD59495A-EAFE-2561-E73A-FC5806882CD6}"/>
          </ac:spMkLst>
        </pc:spChg>
        <pc:picChg chg="add mod">
          <ac:chgData name="Ricardo Fernandes" userId="cf37fd8b0d3c9e95" providerId="LiveId" clId="{A4F44D94-3E07-43B7-B685-2636B760A42E}" dt="2025-10-21T20:27:17.032" v="13868" actId="1076"/>
          <ac:picMkLst>
            <pc:docMk/>
            <pc:sldMk cId="3358553975" sldId="381"/>
            <ac:picMk id="6" creationId="{DF592129-C705-AD69-B38E-38CBD4C7C8DD}"/>
          </ac:picMkLst>
        </pc:picChg>
        <pc:picChg chg="del">
          <ac:chgData name="Ricardo Fernandes" userId="cf37fd8b0d3c9e95" providerId="LiveId" clId="{A4F44D94-3E07-43B7-B685-2636B760A42E}" dt="2025-10-21T20:27:00.017" v="13864" actId="478"/>
          <ac:picMkLst>
            <pc:docMk/>
            <pc:sldMk cId="3358553975" sldId="381"/>
            <ac:picMk id="10" creationId="{06B91A00-6381-39D3-8B7F-EFB78AB2E957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521841324" sldId="382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190956420" sldId="382"/>
        </pc:sldMkLst>
        <pc:spChg chg="mod">
          <ac:chgData name="Ricardo Fernandes" userId="cf37fd8b0d3c9e95" providerId="LiveId" clId="{A4F44D94-3E07-43B7-B685-2636B760A42E}" dt="2025-10-21T20:45:23.007" v="14994" actId="20577"/>
          <ac:spMkLst>
            <pc:docMk/>
            <pc:sldMk cId="2190956420" sldId="382"/>
            <ac:spMk id="19" creationId="{F003AD6E-365F-EF9E-EF8E-A4C9832B71DE}"/>
          </ac:spMkLst>
        </pc:spChg>
        <pc:picChg chg="del">
          <ac:chgData name="Ricardo Fernandes" userId="cf37fd8b0d3c9e95" providerId="LiveId" clId="{A4F44D94-3E07-43B7-B685-2636B760A42E}" dt="2025-10-21T20:40:24.303" v="14428" actId="478"/>
          <ac:picMkLst>
            <pc:docMk/>
            <pc:sldMk cId="2190956420" sldId="382"/>
            <ac:picMk id="6" creationId="{E871E487-7B4A-DB00-E839-6AC25E37754A}"/>
          </ac:picMkLst>
        </pc:picChg>
        <pc:picChg chg="add mod">
          <ac:chgData name="Ricardo Fernandes" userId="cf37fd8b0d3c9e95" providerId="LiveId" clId="{A4F44D94-3E07-43B7-B685-2636B760A42E}" dt="2025-10-21T20:44:23.101" v="14812" actId="1076"/>
          <ac:picMkLst>
            <pc:docMk/>
            <pc:sldMk cId="2190956420" sldId="382"/>
            <ac:picMk id="10" creationId="{369C9965-A56F-300D-CF9B-51B2660F56EB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1258681660" sldId="383"/>
        </pc:sldMkLst>
        <pc:spChg chg="mod">
          <ac:chgData name="Ricardo Fernandes" userId="cf37fd8b0d3c9e95" providerId="LiveId" clId="{A4F44D94-3E07-43B7-B685-2636B760A42E}" dt="2025-10-21T20:52:52.546" v="15357" actId="20577"/>
          <ac:spMkLst>
            <pc:docMk/>
            <pc:sldMk cId="1258681660" sldId="383"/>
            <ac:spMk id="19" creationId="{FBFD9FF2-B8F4-5B42-4B40-96BEFEDEFC35}"/>
          </ac:spMkLst>
        </pc:spChg>
        <pc:spChg chg="mod">
          <ac:chgData name="Ricardo Fernandes" userId="cf37fd8b0d3c9e95" providerId="LiveId" clId="{A4F44D94-3E07-43B7-B685-2636B760A42E}" dt="2025-10-21T20:45:31.718" v="15002" actId="20577"/>
          <ac:spMkLst>
            <pc:docMk/>
            <pc:sldMk cId="1258681660" sldId="383"/>
            <ac:spMk id="9229" creationId="{CE52FB02-6054-F69E-38D6-2AF469277F98}"/>
          </ac:spMkLst>
        </pc:spChg>
        <pc:picChg chg="add mod">
          <ac:chgData name="Ricardo Fernandes" userId="cf37fd8b0d3c9e95" providerId="LiveId" clId="{A4F44D94-3E07-43B7-B685-2636B760A42E}" dt="2025-10-21T20:45:51.912" v="15006" actId="1076"/>
          <ac:picMkLst>
            <pc:docMk/>
            <pc:sldMk cId="1258681660" sldId="383"/>
            <ac:picMk id="6" creationId="{64E6769B-30A6-9CDA-D5A9-34B3AD634204}"/>
          </ac:picMkLst>
        </pc:picChg>
        <pc:picChg chg="del">
          <ac:chgData name="Ricardo Fernandes" userId="cf37fd8b0d3c9e95" providerId="LiveId" clId="{A4F44D94-3E07-43B7-B685-2636B760A42E}" dt="2025-10-21T20:45:35.053" v="15004" actId="478"/>
          <ac:picMkLst>
            <pc:docMk/>
            <pc:sldMk cId="1258681660" sldId="383"/>
            <ac:picMk id="10" creationId="{F90948A5-4EFE-A12A-3B99-5615160BEB8E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813509818" sldId="384"/>
        </pc:sldMkLst>
        <pc:spChg chg="mod">
          <ac:chgData name="Ricardo Fernandes" userId="cf37fd8b0d3c9e95" providerId="LiveId" clId="{A4F44D94-3E07-43B7-B685-2636B760A42E}" dt="2025-10-21T21:00:27.677" v="15863" actId="20577"/>
          <ac:spMkLst>
            <pc:docMk/>
            <pc:sldMk cId="2813509818" sldId="384"/>
            <ac:spMk id="19" creationId="{8E8BE7FB-A546-A733-7F41-23AA38009A0C}"/>
          </ac:spMkLst>
        </pc:spChg>
        <pc:spChg chg="mod">
          <ac:chgData name="Ricardo Fernandes" userId="cf37fd8b0d3c9e95" providerId="LiveId" clId="{A4F44D94-3E07-43B7-B685-2636B760A42E}" dt="2025-10-21T20:59:32.829" v="15827" actId="20577"/>
          <ac:spMkLst>
            <pc:docMk/>
            <pc:sldMk cId="2813509818" sldId="384"/>
            <ac:spMk id="9229" creationId="{350465E9-4F86-06F7-7BB5-EBE18ED563CC}"/>
          </ac:spMkLst>
        </pc:spChg>
        <pc:picChg chg="del">
          <ac:chgData name="Ricardo Fernandes" userId="cf37fd8b0d3c9e95" providerId="LiveId" clId="{A4F44D94-3E07-43B7-B685-2636B760A42E}" dt="2025-10-21T20:53:12.496" v="15359" actId="478"/>
          <ac:picMkLst>
            <pc:docMk/>
            <pc:sldMk cId="2813509818" sldId="384"/>
            <ac:picMk id="6" creationId="{0AC1DC36-B7A7-FA5E-12E6-9FFF42150572}"/>
          </ac:picMkLst>
        </pc:picChg>
        <pc:picChg chg="add del mod">
          <ac:chgData name="Ricardo Fernandes" userId="cf37fd8b0d3c9e95" providerId="LiveId" clId="{A4F44D94-3E07-43B7-B685-2636B760A42E}" dt="2025-10-21T20:59:49.553" v="15833" actId="478"/>
          <ac:picMkLst>
            <pc:docMk/>
            <pc:sldMk cId="2813509818" sldId="384"/>
            <ac:picMk id="10" creationId="{E04734D8-B6D4-0E62-8C43-0F20691804F5}"/>
          </ac:picMkLst>
        </pc:picChg>
        <pc:picChg chg="add mod">
          <ac:chgData name="Ricardo Fernandes" userId="cf37fd8b0d3c9e95" providerId="LiveId" clId="{A4F44D94-3E07-43B7-B685-2636B760A42E}" dt="2025-10-21T21:00:19.849" v="15844" actId="1076"/>
          <ac:picMkLst>
            <pc:docMk/>
            <pc:sldMk cId="2813509818" sldId="384"/>
            <ac:picMk id="12" creationId="{2EF1AB27-6388-0FD5-C3AC-F19FE3CCAFF2}"/>
          </ac:picMkLst>
        </pc:picChg>
        <pc:picChg chg="add mod">
          <ac:chgData name="Ricardo Fernandes" userId="cf37fd8b0d3c9e95" providerId="LiveId" clId="{A4F44D94-3E07-43B7-B685-2636B760A42E}" dt="2025-10-21T21:00:31.051" v="15864" actId="1076"/>
          <ac:picMkLst>
            <pc:docMk/>
            <pc:sldMk cId="2813509818" sldId="384"/>
            <ac:picMk id="15" creationId="{63AA3FC8-76EC-AB9A-F41D-15A1EDF73E4F}"/>
          </ac:picMkLst>
        </pc:picChg>
      </pc:sldChg>
      <pc:sldChg chg="add del ord">
        <pc:chgData name="Ricardo Fernandes" userId="cf37fd8b0d3c9e95" providerId="LiveId" clId="{A4F44D94-3E07-43B7-B685-2636B760A42E}" dt="2025-10-22T14:04:47.114" v="20858" actId="47"/>
        <pc:sldMkLst>
          <pc:docMk/>
          <pc:sldMk cId="1817021511" sldId="385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306488582" sldId="386"/>
        </pc:sldMkLst>
        <pc:spChg chg="add mod">
          <ac:chgData name="Ricardo Fernandes" userId="cf37fd8b0d3c9e95" providerId="LiveId" clId="{A4F44D94-3E07-43B7-B685-2636B760A42E}" dt="2025-10-21T22:50:20.537" v="15917" actId="20577"/>
          <ac:spMkLst>
            <pc:docMk/>
            <pc:sldMk cId="3306488582" sldId="386"/>
            <ac:spMk id="4" creationId="{2325CD35-1D9D-4F1A-9D5E-78BF55B74E06}"/>
          </ac:spMkLst>
        </pc:spChg>
        <pc:spChg chg="mod">
          <ac:chgData name="Ricardo Fernandes" userId="cf37fd8b0d3c9e95" providerId="LiveId" clId="{A4F44D94-3E07-43B7-B685-2636B760A42E}" dt="2025-10-22T09:24:56.092" v="16159" actId="20577"/>
          <ac:spMkLst>
            <pc:docMk/>
            <pc:sldMk cId="3306488582" sldId="386"/>
            <ac:spMk id="19" creationId="{6A022BBC-3D19-B654-AB1F-4C90B40D1752}"/>
          </ac:spMkLst>
        </pc:spChg>
        <pc:spChg chg="mod">
          <ac:chgData name="Ricardo Fernandes" userId="cf37fd8b0d3c9e95" providerId="LiveId" clId="{A4F44D94-3E07-43B7-B685-2636B760A42E}" dt="2025-10-22T09:22:51.183" v="15929" actId="20577"/>
          <ac:spMkLst>
            <pc:docMk/>
            <pc:sldMk cId="3306488582" sldId="386"/>
            <ac:spMk id="9229" creationId="{20C92C00-C779-A5AF-4427-2E8096CF5B49}"/>
          </ac:spMkLst>
        </pc:spChg>
        <pc:picChg chg="add mod">
          <ac:chgData name="Ricardo Fernandes" userId="cf37fd8b0d3c9e95" providerId="LiveId" clId="{A4F44D94-3E07-43B7-B685-2636B760A42E}" dt="2025-10-22T09:23:22.982" v="15935" actId="1076"/>
          <ac:picMkLst>
            <pc:docMk/>
            <pc:sldMk cId="3306488582" sldId="386"/>
            <ac:picMk id="10" creationId="{F50FE244-7207-689D-7488-D214C67EBFFF}"/>
          </ac:picMkLst>
        </pc:picChg>
        <pc:picChg chg="del">
          <ac:chgData name="Ricardo Fernandes" userId="cf37fd8b0d3c9e95" providerId="LiveId" clId="{A4F44D94-3E07-43B7-B685-2636B760A42E}" dt="2025-10-21T22:50:01.162" v="15911" actId="478"/>
          <ac:picMkLst>
            <pc:docMk/>
            <pc:sldMk cId="3306488582" sldId="386"/>
            <ac:picMk id="12" creationId="{D4AEDDF0-730E-89A9-F3EF-10D0E02FB5FE}"/>
          </ac:picMkLst>
        </pc:picChg>
        <pc:picChg chg="del">
          <ac:chgData name="Ricardo Fernandes" userId="cf37fd8b0d3c9e95" providerId="LiveId" clId="{A4F44D94-3E07-43B7-B685-2636B760A42E}" dt="2025-10-21T22:50:03.991" v="15913" actId="478"/>
          <ac:picMkLst>
            <pc:docMk/>
            <pc:sldMk cId="3306488582" sldId="386"/>
            <ac:picMk id="15" creationId="{90CABF6C-1A0D-C506-BCF1-95019AA583E7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444288481" sldId="387"/>
        </pc:sldMkLst>
        <pc:spChg chg="mod">
          <ac:chgData name="Ricardo Fernandes" userId="cf37fd8b0d3c9e95" providerId="LiveId" clId="{A4F44D94-3E07-43B7-B685-2636B760A42E}" dt="2025-10-22T09:26:39.354" v="16383" actId="20577"/>
          <ac:spMkLst>
            <pc:docMk/>
            <pc:sldMk cId="2444288481" sldId="387"/>
            <ac:spMk id="19" creationId="{9890E1F8-8622-15F0-1816-3F2D95014CF3}"/>
          </ac:spMkLst>
        </pc:spChg>
        <pc:spChg chg="mod">
          <ac:chgData name="Ricardo Fernandes" userId="cf37fd8b0d3c9e95" providerId="LiveId" clId="{A4F44D94-3E07-43B7-B685-2636B760A42E}" dt="2025-10-22T09:25:06.311" v="16175" actId="20577"/>
          <ac:spMkLst>
            <pc:docMk/>
            <pc:sldMk cId="2444288481" sldId="387"/>
            <ac:spMk id="9229" creationId="{A3D1D4BF-06AA-0B03-48F4-8C08494C0F10}"/>
          </ac:spMkLst>
        </pc:spChg>
        <pc:picChg chg="del">
          <ac:chgData name="Ricardo Fernandes" userId="cf37fd8b0d3c9e95" providerId="LiveId" clId="{A4F44D94-3E07-43B7-B685-2636B760A42E}" dt="2025-10-22T09:25:02.031" v="16161" actId="478"/>
          <ac:picMkLst>
            <pc:docMk/>
            <pc:sldMk cId="2444288481" sldId="387"/>
            <ac:picMk id="10" creationId="{080F3037-5919-BF02-9587-D2DF4E0162E6}"/>
          </ac:picMkLst>
        </pc:picChg>
        <pc:picChg chg="add mod">
          <ac:chgData name="Ricardo Fernandes" userId="cf37fd8b0d3c9e95" providerId="LiveId" clId="{A4F44D94-3E07-43B7-B685-2636B760A42E}" dt="2025-10-22T09:25:37.100" v="16177" actId="1076"/>
          <ac:picMkLst>
            <pc:docMk/>
            <pc:sldMk cId="2444288481" sldId="387"/>
            <ac:picMk id="11" creationId="{4A186DD9-9746-77CE-B186-49F41D133211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4160600467" sldId="388"/>
        </pc:sldMkLst>
        <pc:spChg chg="mod">
          <ac:chgData name="Ricardo Fernandes" userId="cf37fd8b0d3c9e95" providerId="LiveId" clId="{A4F44D94-3E07-43B7-B685-2636B760A42E}" dt="2025-10-22T09:29:55.415" v="16618" actId="20577"/>
          <ac:spMkLst>
            <pc:docMk/>
            <pc:sldMk cId="4160600467" sldId="388"/>
            <ac:spMk id="19" creationId="{1FCF9A9D-3CDA-55CA-76E6-F5D36796EAB1}"/>
          </ac:spMkLst>
        </pc:spChg>
        <pc:picChg chg="add mod">
          <ac:chgData name="Ricardo Fernandes" userId="cf37fd8b0d3c9e95" providerId="LiveId" clId="{A4F44D94-3E07-43B7-B685-2636B760A42E}" dt="2025-10-22T09:27:19.674" v="16389" actId="1076"/>
          <ac:picMkLst>
            <pc:docMk/>
            <pc:sldMk cId="4160600467" sldId="388"/>
            <ac:picMk id="10" creationId="{BFAFB8CC-C173-808B-8F8F-2E244DF2587B}"/>
          </ac:picMkLst>
        </pc:picChg>
        <pc:picChg chg="del">
          <ac:chgData name="Ricardo Fernandes" userId="cf37fd8b0d3c9e95" providerId="LiveId" clId="{A4F44D94-3E07-43B7-B685-2636B760A42E}" dt="2025-10-22T09:27:01.835" v="16385" actId="478"/>
          <ac:picMkLst>
            <pc:docMk/>
            <pc:sldMk cId="4160600467" sldId="388"/>
            <ac:picMk id="11" creationId="{872AC66C-D4F3-BC78-3754-9CEAF708FE7B}"/>
          </ac:picMkLst>
        </pc:picChg>
      </pc:sldChg>
      <pc:sldChg chg="add del">
        <pc:chgData name="Ricardo Fernandes" userId="cf37fd8b0d3c9e95" providerId="LiveId" clId="{A4F44D94-3E07-43B7-B685-2636B760A42E}" dt="2025-10-22T14:04:47.114" v="20858" actId="47"/>
        <pc:sldMkLst>
          <pc:docMk/>
          <pc:sldMk cId="3637322833" sldId="389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992592452" sldId="390"/>
        </pc:sldMkLst>
        <pc:spChg chg="del">
          <ac:chgData name="Ricardo Fernandes" userId="cf37fd8b0d3c9e95" providerId="LiveId" clId="{A4F44D94-3E07-43B7-B685-2636B760A42E}" dt="2025-10-22T09:31:35.532" v="16622" actId="478"/>
          <ac:spMkLst>
            <pc:docMk/>
            <pc:sldMk cId="2992592452" sldId="390"/>
            <ac:spMk id="4" creationId="{B70D775F-2566-7EB1-3DCD-24D02E2860AD}"/>
          </ac:spMkLst>
        </pc:spChg>
        <pc:spChg chg="mod">
          <ac:chgData name="Ricardo Fernandes" userId="cf37fd8b0d3c9e95" providerId="LiveId" clId="{A4F44D94-3E07-43B7-B685-2636B760A42E}" dt="2025-10-22T09:35:37.686" v="16714" actId="20577"/>
          <ac:spMkLst>
            <pc:docMk/>
            <pc:sldMk cId="2992592452" sldId="390"/>
            <ac:spMk id="19" creationId="{1BC2E1E9-4AB7-629A-3E11-E5DEB405224F}"/>
          </ac:spMkLst>
        </pc:spChg>
        <pc:spChg chg="mod">
          <ac:chgData name="Ricardo Fernandes" userId="cf37fd8b0d3c9e95" providerId="LiveId" clId="{A4F44D94-3E07-43B7-B685-2636B760A42E}" dt="2025-10-22T09:31:38.768" v="16624" actId="20577"/>
          <ac:spMkLst>
            <pc:docMk/>
            <pc:sldMk cId="2992592452" sldId="390"/>
            <ac:spMk id="9229" creationId="{AFF7B44C-99E4-FD02-ECF0-10BAF17950B3}"/>
          </ac:spMkLst>
        </pc:spChg>
        <pc:picChg chg="del">
          <ac:chgData name="Ricardo Fernandes" userId="cf37fd8b0d3c9e95" providerId="LiveId" clId="{A4F44D94-3E07-43B7-B685-2636B760A42E}" dt="2025-10-22T09:31:34.337" v="16621" actId="478"/>
          <ac:picMkLst>
            <pc:docMk/>
            <pc:sldMk cId="2992592452" sldId="390"/>
            <ac:picMk id="10" creationId="{44BD66B0-C876-0C0F-947B-3926656AE090}"/>
          </ac:picMkLst>
        </pc:picChg>
        <pc:picChg chg="add mod">
          <ac:chgData name="Ricardo Fernandes" userId="cf37fd8b0d3c9e95" providerId="LiveId" clId="{A4F44D94-3E07-43B7-B685-2636B760A42E}" dt="2025-10-22T09:34:43.719" v="16629" actId="1076"/>
          <ac:picMkLst>
            <pc:docMk/>
            <pc:sldMk cId="2992592452" sldId="390"/>
            <ac:picMk id="11" creationId="{B191B42F-C5FE-8506-37A6-EB96D9D030E9}"/>
          </ac:picMkLst>
        </pc:picChg>
        <pc:picChg chg="add mod">
          <ac:chgData name="Ricardo Fernandes" userId="cf37fd8b0d3c9e95" providerId="LiveId" clId="{A4F44D94-3E07-43B7-B685-2636B760A42E}" dt="2025-10-22T09:34:40.763" v="16628" actId="1076"/>
          <ac:picMkLst>
            <pc:docMk/>
            <pc:sldMk cId="2992592452" sldId="390"/>
            <ac:picMk id="14" creationId="{B4F6B08D-E98C-9BB0-E383-2422A0BD7DAA}"/>
          </ac:picMkLst>
        </pc:picChg>
        <pc:picChg chg="add mod">
          <ac:chgData name="Ricardo Fernandes" userId="cf37fd8b0d3c9e95" providerId="LiveId" clId="{A4F44D94-3E07-43B7-B685-2636B760A42E}" dt="2025-10-22T09:35:06.768" v="16631" actId="1076"/>
          <ac:picMkLst>
            <pc:docMk/>
            <pc:sldMk cId="2992592452" sldId="390"/>
            <ac:picMk id="16" creationId="{6A746D94-C65E-AD4A-C5A2-9FB84EC65E84}"/>
          </ac:picMkLst>
        </pc:picChg>
      </pc:sldChg>
      <pc:sldChg chg="add del">
        <pc:chgData name="Ricardo Fernandes" userId="cf37fd8b0d3c9e95" providerId="LiveId" clId="{A4F44D94-3E07-43B7-B685-2636B760A42E}" dt="2025-10-22T14:04:47.114" v="20858" actId="47"/>
        <pc:sldMkLst>
          <pc:docMk/>
          <pc:sldMk cId="3723297612" sldId="391"/>
        </pc:sldMkLst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185576885" sldId="392"/>
        </pc:sldMkLst>
        <pc:spChg chg="mod">
          <ac:chgData name="Ricardo Fernandes" userId="cf37fd8b0d3c9e95" providerId="LiveId" clId="{A4F44D94-3E07-43B7-B685-2636B760A42E}" dt="2025-10-22T09:54:11.977" v="17001" actId="20577"/>
          <ac:spMkLst>
            <pc:docMk/>
            <pc:sldMk cId="2185576885" sldId="392"/>
            <ac:spMk id="19" creationId="{4044F1B9-E368-1C3E-FEF3-EF27C9E67EDB}"/>
          </ac:spMkLst>
        </pc:spChg>
        <pc:spChg chg="mod">
          <ac:chgData name="Ricardo Fernandes" userId="cf37fd8b0d3c9e95" providerId="LiveId" clId="{A4F44D94-3E07-43B7-B685-2636B760A42E}" dt="2025-10-22T09:38:35.978" v="16720" actId="20577"/>
          <ac:spMkLst>
            <pc:docMk/>
            <pc:sldMk cId="2185576885" sldId="392"/>
            <ac:spMk id="9229" creationId="{D6A4A097-CA85-E7C5-1BB1-758A297E4E7F}"/>
          </ac:spMkLst>
        </pc:spChg>
        <pc:picChg chg="add mod">
          <ac:chgData name="Ricardo Fernandes" userId="cf37fd8b0d3c9e95" providerId="LiveId" clId="{A4F44D94-3E07-43B7-B685-2636B760A42E}" dt="2025-10-22T09:44:26.932" v="16988" actId="1076"/>
          <ac:picMkLst>
            <pc:docMk/>
            <pc:sldMk cId="2185576885" sldId="392"/>
            <ac:picMk id="6" creationId="{1A31B2AC-BE34-683C-1C8A-56F0592CAA44}"/>
          </ac:picMkLst>
        </pc:picChg>
        <pc:picChg chg="del">
          <ac:chgData name="Ricardo Fernandes" userId="cf37fd8b0d3c9e95" providerId="LiveId" clId="{A4F44D94-3E07-43B7-B685-2636B760A42E}" dt="2025-10-22T09:38:39.812" v="16723" actId="478"/>
          <ac:picMkLst>
            <pc:docMk/>
            <pc:sldMk cId="2185576885" sldId="392"/>
            <ac:picMk id="11" creationId="{5ECE3F84-9B09-EB47-42B0-4087E93A1850}"/>
          </ac:picMkLst>
        </pc:picChg>
        <pc:picChg chg="del">
          <ac:chgData name="Ricardo Fernandes" userId="cf37fd8b0d3c9e95" providerId="LiveId" clId="{A4F44D94-3E07-43B7-B685-2636B760A42E}" dt="2025-10-22T09:38:40.101" v="16724" actId="478"/>
          <ac:picMkLst>
            <pc:docMk/>
            <pc:sldMk cId="2185576885" sldId="392"/>
            <ac:picMk id="14" creationId="{C30EFF48-096B-8045-3C92-4242EC7BBC85}"/>
          </ac:picMkLst>
        </pc:picChg>
        <pc:picChg chg="del">
          <ac:chgData name="Ricardo Fernandes" userId="cf37fd8b0d3c9e95" providerId="LiveId" clId="{A4F44D94-3E07-43B7-B685-2636B760A42E}" dt="2025-10-22T09:38:38.327" v="16721" actId="478"/>
          <ac:picMkLst>
            <pc:docMk/>
            <pc:sldMk cId="2185576885" sldId="392"/>
            <ac:picMk id="16" creationId="{ABFC4888-DC0C-674E-09DD-8D09E73B13D1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411187794" sldId="393"/>
        </pc:sldMkLst>
        <pc:spChg chg="mod">
          <ac:chgData name="Ricardo Fernandes" userId="cf37fd8b0d3c9e95" providerId="LiveId" clId="{A4F44D94-3E07-43B7-B685-2636B760A42E}" dt="2025-10-22T09:59:13.026" v="17394" actId="27636"/>
          <ac:spMkLst>
            <pc:docMk/>
            <pc:sldMk cId="3411187794" sldId="393"/>
            <ac:spMk id="19" creationId="{9F3DB781-AA6E-6949-0070-9E6A6641942E}"/>
          </ac:spMkLst>
        </pc:spChg>
        <pc:picChg chg="del">
          <ac:chgData name="Ricardo Fernandes" userId="cf37fd8b0d3c9e95" providerId="LiveId" clId="{A4F44D94-3E07-43B7-B685-2636B760A42E}" dt="2025-10-22T09:51:17.840" v="16990" actId="478"/>
          <ac:picMkLst>
            <pc:docMk/>
            <pc:sldMk cId="3411187794" sldId="393"/>
            <ac:picMk id="6" creationId="{24ED1F36-A01C-63AF-0FA3-667E3D5FFF87}"/>
          </ac:picMkLst>
        </pc:picChg>
        <pc:picChg chg="add del mod">
          <ac:chgData name="Ricardo Fernandes" userId="cf37fd8b0d3c9e95" providerId="LiveId" clId="{A4F44D94-3E07-43B7-B685-2636B760A42E}" dt="2025-10-22T09:59:25.840" v="17395" actId="478"/>
          <ac:picMkLst>
            <pc:docMk/>
            <pc:sldMk cId="3411187794" sldId="393"/>
            <ac:picMk id="10" creationId="{C5155A5E-230C-74BE-78D9-2492DABAF904}"/>
          </ac:picMkLst>
        </pc:picChg>
        <pc:picChg chg="add mod">
          <ac:chgData name="Ricardo Fernandes" userId="cf37fd8b0d3c9e95" providerId="LiveId" clId="{A4F44D94-3E07-43B7-B685-2636B760A42E}" dt="2025-10-22T09:59:27.862" v="17397" actId="1076"/>
          <ac:picMkLst>
            <pc:docMk/>
            <pc:sldMk cId="3411187794" sldId="393"/>
            <ac:picMk id="12" creationId="{2F24038F-90B2-DF60-E22B-85A917174915}"/>
          </ac:picMkLst>
        </pc:picChg>
      </pc:sldChg>
      <pc:sldChg chg="modSp add del mod">
        <pc:chgData name="Ricardo Fernandes" userId="cf37fd8b0d3c9e95" providerId="LiveId" clId="{A4F44D94-3E07-43B7-B685-2636B760A42E}" dt="2025-10-22T14:04:47.114" v="20858" actId="47"/>
        <pc:sldMkLst>
          <pc:docMk/>
          <pc:sldMk cId="1104051396" sldId="394"/>
        </pc:sldMkLst>
        <pc:spChg chg="mod">
          <ac:chgData name="Ricardo Fernandes" userId="cf37fd8b0d3c9e95" providerId="LiveId" clId="{A4F44D94-3E07-43B7-B685-2636B760A42E}" dt="2025-10-22T10:01:57.689" v="17677" actId="115"/>
          <ac:spMkLst>
            <pc:docMk/>
            <pc:sldMk cId="1104051396" sldId="394"/>
            <ac:spMk id="19" creationId="{EE4024E9-AE28-1CF4-E017-E9F5D9F4CB5D}"/>
          </ac:spMkLst>
        </pc:sp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1348490942" sldId="395"/>
        </pc:sldMkLst>
        <pc:spChg chg="mod">
          <ac:chgData name="Ricardo Fernandes" userId="cf37fd8b0d3c9e95" providerId="LiveId" clId="{A4F44D94-3E07-43B7-B685-2636B760A42E}" dt="2025-10-22T10:04:00.115" v="17908" actId="20577"/>
          <ac:spMkLst>
            <pc:docMk/>
            <pc:sldMk cId="1348490942" sldId="395"/>
            <ac:spMk id="19" creationId="{420E5837-0FED-5DE1-CEF4-5B21D492F542}"/>
          </ac:spMkLst>
        </pc:spChg>
        <pc:picChg chg="add mod">
          <ac:chgData name="Ricardo Fernandes" userId="cf37fd8b0d3c9e95" providerId="LiveId" clId="{A4F44D94-3E07-43B7-B685-2636B760A42E}" dt="2025-10-22T10:02:16.671" v="17681" actId="1076"/>
          <ac:picMkLst>
            <pc:docMk/>
            <pc:sldMk cId="1348490942" sldId="395"/>
            <ac:picMk id="6" creationId="{F3BDEADD-ACDD-0A77-4163-55E724CC5F3C}"/>
          </ac:picMkLst>
        </pc:picChg>
        <pc:picChg chg="del">
          <ac:chgData name="Ricardo Fernandes" userId="cf37fd8b0d3c9e95" providerId="LiveId" clId="{A4F44D94-3E07-43B7-B685-2636B760A42E}" dt="2025-10-22T10:02:10.680" v="17679" actId="478"/>
          <ac:picMkLst>
            <pc:docMk/>
            <pc:sldMk cId="1348490942" sldId="395"/>
            <ac:picMk id="12" creationId="{7B00D8F8-BCCD-8671-B0D3-13D935839397}"/>
          </ac:picMkLst>
        </pc:picChg>
      </pc:sldChg>
      <pc:sldChg chg="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1711059509" sldId="396"/>
        </pc:sldMkLst>
        <pc:spChg chg="mod">
          <ac:chgData name="Ricardo Fernandes" userId="cf37fd8b0d3c9e95" providerId="LiveId" clId="{A4F44D94-3E07-43B7-B685-2636B760A42E}" dt="2025-10-22T10:09:44.562" v="18325" actId="15"/>
          <ac:spMkLst>
            <pc:docMk/>
            <pc:sldMk cId="1711059509" sldId="396"/>
            <ac:spMk id="19" creationId="{4166187B-464C-AB91-043A-72A0F1694A2A}"/>
          </ac:spMkLst>
        </pc:spChg>
        <pc:picChg chg="del">
          <ac:chgData name="Ricardo Fernandes" userId="cf37fd8b0d3c9e95" providerId="LiveId" clId="{A4F44D94-3E07-43B7-B685-2636B760A42E}" dt="2025-10-22T10:04:28.787" v="17910" actId="478"/>
          <ac:picMkLst>
            <pc:docMk/>
            <pc:sldMk cId="1711059509" sldId="396"/>
            <ac:picMk id="6" creationId="{61DAEEFC-4A18-1A3F-5691-9CF246B67386}"/>
          </ac:picMkLst>
        </pc:picChg>
      </pc:sldChg>
      <pc:sldChg chg="add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544462324" sldId="397"/>
        </pc:sldMkLst>
        <pc:spChg chg="mod">
          <ac:chgData name="Ricardo Fernandes" userId="cf37fd8b0d3c9e95" providerId="LiveId" clId="{A4F44D94-3E07-43B7-B685-2636B760A42E}" dt="2025-10-22T10:09:55.595" v="18327" actId="20577"/>
          <ac:spMkLst>
            <pc:docMk/>
            <pc:sldMk cId="544462324" sldId="397"/>
            <ac:spMk id="19" creationId="{E05220AD-5070-4734-AC57-A317C4FC7C65}"/>
          </ac:spMkLst>
        </pc:spChg>
        <pc:picChg chg="add mod">
          <ac:chgData name="Ricardo Fernandes" userId="cf37fd8b0d3c9e95" providerId="LiveId" clId="{A4F44D94-3E07-43B7-B685-2636B760A42E}" dt="2025-10-22T10:10:04.736" v="18329" actId="1076"/>
          <ac:picMkLst>
            <pc:docMk/>
            <pc:sldMk cId="544462324" sldId="397"/>
            <ac:picMk id="6" creationId="{CBFD7531-004B-A7C1-EE51-FA85D84328F7}"/>
          </ac:picMkLst>
        </pc:picChg>
      </pc:sldChg>
      <pc:sldChg chg="addSp delSp add del mod">
        <pc:chgData name="Ricardo Fernandes" userId="cf37fd8b0d3c9e95" providerId="LiveId" clId="{A4F44D94-3E07-43B7-B685-2636B760A42E}" dt="2025-10-22T14:04:47.114" v="20858" actId="47"/>
        <pc:sldMkLst>
          <pc:docMk/>
          <pc:sldMk cId="4031165258" sldId="398"/>
        </pc:sldMkLst>
        <pc:picChg chg="del">
          <ac:chgData name="Ricardo Fernandes" userId="cf37fd8b0d3c9e95" providerId="LiveId" clId="{A4F44D94-3E07-43B7-B685-2636B760A42E}" dt="2025-10-22T10:10:14.011" v="18331" actId="478"/>
          <ac:picMkLst>
            <pc:docMk/>
            <pc:sldMk cId="4031165258" sldId="398"/>
            <ac:picMk id="6" creationId="{0AD9C962-6ADE-A01B-27CE-2559C9FEDCFA}"/>
          </ac:picMkLst>
        </pc:picChg>
        <pc:picChg chg="add">
          <ac:chgData name="Ricardo Fernandes" userId="cf37fd8b0d3c9e95" providerId="LiveId" clId="{A4F44D94-3E07-43B7-B685-2636B760A42E}" dt="2025-10-22T10:10:14.263" v="18332" actId="22"/>
          <ac:picMkLst>
            <pc:docMk/>
            <pc:sldMk cId="4031165258" sldId="398"/>
            <ac:picMk id="10" creationId="{3149F8B5-D45A-723D-D4D5-473756D39BFA}"/>
          </ac:picMkLst>
        </pc:picChg>
      </pc:sldChg>
      <pc:sldChg chg="addSp delSp modSp add del mod ord">
        <pc:chgData name="Ricardo Fernandes" userId="cf37fd8b0d3c9e95" providerId="LiveId" clId="{A4F44D94-3E07-43B7-B685-2636B760A42E}" dt="2025-10-22T14:04:47.114" v="20858" actId="47"/>
        <pc:sldMkLst>
          <pc:docMk/>
          <pc:sldMk cId="1045135601" sldId="399"/>
        </pc:sldMkLst>
        <pc:spChg chg="mod">
          <ac:chgData name="Ricardo Fernandes" userId="cf37fd8b0d3c9e95" providerId="LiveId" clId="{A4F44D94-3E07-43B7-B685-2636B760A42E}" dt="2025-10-22T10:14:47.036" v="18648" actId="2710"/>
          <ac:spMkLst>
            <pc:docMk/>
            <pc:sldMk cId="1045135601" sldId="399"/>
            <ac:spMk id="19" creationId="{805FF177-157D-C1EE-35C5-864723750CD9}"/>
          </ac:spMkLst>
        </pc:spChg>
        <pc:spChg chg="mod">
          <ac:chgData name="Ricardo Fernandes" userId="cf37fd8b0d3c9e95" providerId="LiveId" clId="{A4F44D94-3E07-43B7-B685-2636B760A42E}" dt="2025-10-22T10:10:41.910" v="18348" actId="20577"/>
          <ac:spMkLst>
            <pc:docMk/>
            <pc:sldMk cId="1045135601" sldId="399"/>
            <ac:spMk id="9229" creationId="{5CB184BB-F75B-C445-B621-8BB3BAEB269D}"/>
          </ac:spMkLst>
        </pc:spChg>
        <pc:picChg chg="add mod">
          <ac:chgData name="Ricardo Fernandes" userId="cf37fd8b0d3c9e95" providerId="LiveId" clId="{A4F44D94-3E07-43B7-B685-2636B760A42E}" dt="2025-10-22T10:11:32.932" v="18351" actId="1076"/>
          <ac:picMkLst>
            <pc:docMk/>
            <pc:sldMk cId="1045135601" sldId="399"/>
            <ac:picMk id="6" creationId="{B5A8DB03-7C32-2CE3-7AEA-1C2DF3C145D6}"/>
          </ac:picMkLst>
        </pc:picChg>
        <pc:picChg chg="del">
          <ac:chgData name="Ricardo Fernandes" userId="cf37fd8b0d3c9e95" providerId="LiveId" clId="{A4F44D94-3E07-43B7-B685-2636B760A42E}" dt="2025-10-22T10:10:46.382" v="18349" actId="478"/>
          <ac:picMkLst>
            <pc:docMk/>
            <pc:sldMk cId="1045135601" sldId="399"/>
            <ac:picMk id="10" creationId="{9A68CDBA-33C2-60ED-FE5D-E6BB00312A6F}"/>
          </ac:picMkLst>
        </pc:picChg>
      </pc:sldChg>
      <pc:sldChg chg="addSp delSp modSp add del mod ord">
        <pc:chgData name="Ricardo Fernandes" userId="cf37fd8b0d3c9e95" providerId="LiveId" clId="{A4F44D94-3E07-43B7-B685-2636B760A42E}" dt="2025-10-22T14:04:47.114" v="20858" actId="47"/>
        <pc:sldMkLst>
          <pc:docMk/>
          <pc:sldMk cId="1987759039" sldId="400"/>
        </pc:sldMkLst>
        <pc:spChg chg="mod">
          <ac:chgData name="Ricardo Fernandes" userId="cf37fd8b0d3c9e95" providerId="LiveId" clId="{A4F44D94-3E07-43B7-B685-2636B760A42E}" dt="2025-10-22T10:20:34.708" v="19074" actId="20577"/>
          <ac:spMkLst>
            <pc:docMk/>
            <pc:sldMk cId="1987759039" sldId="400"/>
            <ac:spMk id="19" creationId="{21736587-92D7-8580-15F9-2EBB476A51F9}"/>
          </ac:spMkLst>
        </pc:spChg>
        <pc:picChg chg="del">
          <ac:chgData name="Ricardo Fernandes" userId="cf37fd8b0d3c9e95" providerId="LiveId" clId="{A4F44D94-3E07-43B7-B685-2636B760A42E}" dt="2025-10-22T10:14:58.163" v="18650" actId="478"/>
          <ac:picMkLst>
            <pc:docMk/>
            <pc:sldMk cId="1987759039" sldId="400"/>
            <ac:picMk id="6" creationId="{D61361F6-D9E2-BE61-E0C5-C426CFD557A1}"/>
          </ac:picMkLst>
        </pc:picChg>
        <pc:picChg chg="add mod">
          <ac:chgData name="Ricardo Fernandes" userId="cf37fd8b0d3c9e95" providerId="LiveId" clId="{A4F44D94-3E07-43B7-B685-2636B760A42E}" dt="2025-10-22T10:15:04.777" v="18652" actId="1076"/>
          <ac:picMkLst>
            <pc:docMk/>
            <pc:sldMk cId="1987759039" sldId="400"/>
            <ac:picMk id="10" creationId="{E5B1B979-8011-5C6D-6866-F57C1C7149F7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408471890" sldId="401"/>
        </pc:sldMkLst>
        <pc:spChg chg="mod">
          <ac:chgData name="Ricardo Fernandes" userId="cf37fd8b0d3c9e95" providerId="LiveId" clId="{A4F44D94-3E07-43B7-B685-2636B760A42E}" dt="2025-10-22T10:31:04.347" v="19530" actId="20577"/>
          <ac:spMkLst>
            <pc:docMk/>
            <pc:sldMk cId="3408471890" sldId="401"/>
            <ac:spMk id="19" creationId="{96129911-AEA3-D200-F159-8B0CF02AEA3B}"/>
          </ac:spMkLst>
        </pc:spChg>
        <pc:spChg chg="mod">
          <ac:chgData name="Ricardo Fernandes" userId="cf37fd8b0d3c9e95" providerId="LiveId" clId="{A4F44D94-3E07-43B7-B685-2636B760A42E}" dt="2025-10-22T10:20:48.268" v="19088" actId="20577"/>
          <ac:spMkLst>
            <pc:docMk/>
            <pc:sldMk cId="3408471890" sldId="401"/>
            <ac:spMk id="9229" creationId="{63DBD06C-12BE-7879-CBBB-1F883CFF2E92}"/>
          </ac:spMkLst>
        </pc:spChg>
        <pc:picChg chg="add mod">
          <ac:chgData name="Ricardo Fernandes" userId="cf37fd8b0d3c9e95" providerId="LiveId" clId="{A4F44D94-3E07-43B7-B685-2636B760A42E}" dt="2025-10-22T10:21:10.062" v="19093" actId="1076"/>
          <ac:picMkLst>
            <pc:docMk/>
            <pc:sldMk cId="3408471890" sldId="401"/>
            <ac:picMk id="6" creationId="{67E1927D-C805-AD13-2376-ACA1A1D4642E}"/>
          </ac:picMkLst>
        </pc:picChg>
        <pc:picChg chg="del">
          <ac:chgData name="Ricardo Fernandes" userId="cf37fd8b0d3c9e95" providerId="LiveId" clId="{A4F44D94-3E07-43B7-B685-2636B760A42E}" dt="2025-10-22T10:20:49.519" v="19089" actId="478"/>
          <ac:picMkLst>
            <pc:docMk/>
            <pc:sldMk cId="3408471890" sldId="401"/>
            <ac:picMk id="10" creationId="{8127EFD4-39D4-5153-49C7-BE1CAF637FD2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2205626116" sldId="402"/>
        </pc:sldMkLst>
        <pc:spChg chg="mod">
          <ac:chgData name="Ricardo Fernandes" userId="cf37fd8b0d3c9e95" providerId="LiveId" clId="{A4F44D94-3E07-43B7-B685-2636B760A42E}" dt="2025-10-22T10:34:44.059" v="19872" actId="20577"/>
          <ac:spMkLst>
            <pc:docMk/>
            <pc:sldMk cId="2205626116" sldId="402"/>
            <ac:spMk id="19" creationId="{8021A840-6C2F-0DA3-B601-71355AEA9101}"/>
          </ac:spMkLst>
        </pc:spChg>
        <pc:picChg chg="del">
          <ac:chgData name="Ricardo Fernandes" userId="cf37fd8b0d3c9e95" providerId="LiveId" clId="{A4F44D94-3E07-43B7-B685-2636B760A42E}" dt="2025-10-22T10:31:08.641" v="19532" actId="478"/>
          <ac:picMkLst>
            <pc:docMk/>
            <pc:sldMk cId="2205626116" sldId="402"/>
            <ac:picMk id="6" creationId="{04E0C31C-80E1-CCD3-3F86-BB4A8F541D6E}"/>
          </ac:picMkLst>
        </pc:picChg>
        <pc:picChg chg="add mod">
          <ac:chgData name="Ricardo Fernandes" userId="cf37fd8b0d3c9e95" providerId="LiveId" clId="{A4F44D94-3E07-43B7-B685-2636B760A42E}" dt="2025-10-22T10:31:34.039" v="19541" actId="1076"/>
          <ac:picMkLst>
            <pc:docMk/>
            <pc:sldMk cId="2205626116" sldId="402"/>
            <ac:picMk id="10" creationId="{1335D27A-4D14-0ED8-A9D4-C115F2002FC2}"/>
          </ac:picMkLst>
        </pc:picChg>
      </pc:sldChg>
      <pc:sldChg chg="addSp delSp modSp add del mod">
        <pc:chgData name="Ricardo Fernandes" userId="cf37fd8b0d3c9e95" providerId="LiveId" clId="{A4F44D94-3E07-43B7-B685-2636B760A42E}" dt="2025-10-22T14:04:47.114" v="20858" actId="47"/>
        <pc:sldMkLst>
          <pc:docMk/>
          <pc:sldMk cId="3141329551" sldId="403"/>
        </pc:sldMkLst>
        <pc:spChg chg="mod">
          <ac:chgData name="Ricardo Fernandes" userId="cf37fd8b0d3c9e95" providerId="LiveId" clId="{A4F44D94-3E07-43B7-B685-2636B760A42E}" dt="2025-10-22T10:36:44.364" v="20028" actId="20577"/>
          <ac:spMkLst>
            <pc:docMk/>
            <pc:sldMk cId="3141329551" sldId="403"/>
            <ac:spMk id="19" creationId="{935851D1-9F8C-5AEE-34F8-AB53F06755DF}"/>
          </ac:spMkLst>
        </pc:spChg>
        <pc:spChg chg="mod">
          <ac:chgData name="Ricardo Fernandes" userId="cf37fd8b0d3c9e95" providerId="LiveId" clId="{A4F44D94-3E07-43B7-B685-2636B760A42E}" dt="2025-10-22T10:35:04.653" v="19874" actId="20577"/>
          <ac:spMkLst>
            <pc:docMk/>
            <pc:sldMk cId="3141329551" sldId="403"/>
            <ac:spMk id="9229" creationId="{03B54CCE-81C9-3EC9-404D-18787C6BBB5A}"/>
          </ac:spMkLst>
        </pc:spChg>
        <pc:picChg chg="add mod">
          <ac:chgData name="Ricardo Fernandes" userId="cf37fd8b0d3c9e95" providerId="LiveId" clId="{A4F44D94-3E07-43B7-B685-2636B760A42E}" dt="2025-10-22T10:35:53.856" v="19906" actId="1076"/>
          <ac:picMkLst>
            <pc:docMk/>
            <pc:sldMk cId="3141329551" sldId="403"/>
            <ac:picMk id="6" creationId="{9AC9B01C-AB21-23CA-9CC9-693156BC26CF}"/>
          </ac:picMkLst>
        </pc:picChg>
        <pc:picChg chg="del">
          <ac:chgData name="Ricardo Fernandes" userId="cf37fd8b0d3c9e95" providerId="LiveId" clId="{A4F44D94-3E07-43B7-B685-2636B760A42E}" dt="2025-10-22T10:35:06.122" v="19875" actId="478"/>
          <ac:picMkLst>
            <pc:docMk/>
            <pc:sldMk cId="3141329551" sldId="403"/>
            <ac:picMk id="10" creationId="{A2735A94-68EE-A5F0-18D9-ED8FBBFE5542}"/>
          </ac:picMkLst>
        </pc:picChg>
        <pc:picChg chg="add mod">
          <ac:chgData name="Ricardo Fernandes" userId="cf37fd8b0d3c9e95" providerId="LiveId" clId="{A4F44D94-3E07-43B7-B685-2636B760A42E}" dt="2025-10-22T10:35:58.331" v="19911" actId="1076"/>
          <ac:picMkLst>
            <pc:docMk/>
            <pc:sldMk cId="3141329551" sldId="403"/>
            <ac:picMk id="12" creationId="{907F6DC5-3FCE-EEA7-00AC-1F603CFB2F9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22/10/2025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22/10/2025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F87A-A5C3-E2DD-5784-6C7A6840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3F48838-BA4A-D910-5F24-655572C7E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29A4EE6-98BA-79FD-5249-616D5F9541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9CDCACF-941A-A7D7-DD8C-34D93B4A3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635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672D-C385-07A6-3265-7DC1AFA7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E74B768-0837-73D3-752A-EB632F0868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73EE8C0-2F8D-391B-9C72-4D70B48158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D4E1755-0E38-73ED-3138-9C90E6A36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295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78D87-08F7-FA3E-1B86-C3F70A0E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198C95-D0AC-EBA2-6645-61EA89B072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18E1763-B686-75AB-9AEF-0E5DC5193B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9655E58-2544-4345-B3FB-1FF89C842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339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988DF-029A-34AD-2B13-048EC886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6AED1BD-6555-03B6-FA54-3C33F8434C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226205D-4332-9642-BF33-A0F1AB535D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44C2A5B-2388-1393-F6F0-CE308B793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683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C1A5-9779-C3A1-9FC7-C23E925C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67C60C6-C9DF-A31A-A69E-6827CF312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8A87028-AA97-24A5-3BCC-312370779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C3A6AB1-1912-CE9E-F274-FD0CA965F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595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AC61-24A8-D793-73E2-14ADECFDD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060058C-88D9-66B3-A916-8BC8524C3B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F404285-E9CB-D18A-A617-27E2E2ADE7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46B4C1F-A8E7-4C71-E829-C698EAB15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78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FDF1-081D-CEFB-9DEB-5C031F0B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F74362F-74C3-0C01-22D8-A7B8D13841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3277E38-29C1-6425-647C-CE07F758C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30E863F-613A-619A-E131-92A0D9281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47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2568-5025-0275-313A-A00D9D9E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187C961-0009-B9A7-C3E6-92DFF027B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7C8F0C9-759B-3691-287C-8BFB53EF4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A57D291-594B-5D4A-3FD7-9CCA824C6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975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152596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pandas.pydata.org/docs/reference/api/pandas.DataFrame.to_xml.htm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www.freeformatter.com/xml-validator-xsd.htm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liquid-technologies.com/online-xsd-validator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reeformatter.com/xml-validator-xsd.htm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pandas.pydata.org/docs/reference/api/pandas.DataFrame.to_xml.html" TargetMode="External"/><Relationship Id="rId4" Type="http://schemas.openxmlformats.org/officeDocument/2006/relationships/hyperlink" Target="https://www.liquid-technologies.com/online-xsd-validator" TargetMode="External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92923" y="3760062"/>
            <a:ext cx="5143500" cy="404742"/>
          </a:xfrm>
        </p:spPr>
        <p:txBody>
          <a:bodyPr>
            <a:noAutofit/>
          </a:bodyPr>
          <a:lstStyle/>
          <a:p>
            <a:r>
              <a:rPr lang="pt-PT" sz="2500" b="1" noProof="0" dirty="0" err="1">
                <a:solidFill>
                  <a:schemeClr val="bg1"/>
                </a:solidFill>
              </a:rPr>
              <a:t>XML,Schemas</a:t>
            </a:r>
            <a:endParaRPr lang="pt-PT" sz="2500" b="1" noProof="0" dirty="0">
              <a:solidFill>
                <a:schemeClr val="bg1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noProof="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noProof="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noProof="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noProof="0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noProof="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noProof="0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noProof="0" dirty="0">
                <a:solidFill>
                  <a:srgbClr val="FFFF00"/>
                </a:solidFill>
              </a:rPr>
              <a:t> </a:t>
            </a:r>
            <a:r>
              <a:rPr lang="pt-PT" sz="1800" b="1" cap="all" noProof="0" dirty="0" err="1">
                <a:solidFill>
                  <a:srgbClr val="FFFF00"/>
                </a:solidFill>
              </a:rPr>
              <a:t>engineering</a:t>
            </a:r>
            <a:endParaRPr lang="pt-PT" noProof="0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Desafio aula 21-10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1. </a:t>
            </a: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CSV </a:t>
            </a:r>
            <a:endParaRPr lang="pt-PT" noProof="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2. </a:t>
            </a: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CSV  to XML</a:t>
            </a:r>
          </a:p>
          <a:p>
            <a:pPr>
              <a:lnSpc>
                <a:spcPct val="150000"/>
              </a:lnSpc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3.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4.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Validar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XML na Web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5.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Validar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XML em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Python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6. Bibliografia / Referências</a:t>
            </a:r>
            <a:endParaRPr lang="pt-PT" noProof="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8F64316-D9D4-EF46-CBC6-24A1928AD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A796-44AC-8ABC-25FF-9AF64618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3F21A93-8CC8-6499-0956-4E194DF75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C79CCF9-1A36-8C12-87C5-C12EC0C41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C48B8DE-2E58-C42F-BA10-AA0BA6FF8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1.CSV utilizado 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160487F-A674-6A24-F13A-C3335DA73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7AD44A4-44B4-CDE2-3750-BAC4916B042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Foi utilizado 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csv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extraído na tarefa 7 do TP1. Conta com 6 colunas e 150 registos.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B39633-5C6A-8BF1-480B-22D9B58E7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4716E8-CA9D-47C0-1AE1-265361AE8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1196AB3-A360-8162-0FE6-77FD2B8A80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975EDBA-0C3C-BE95-46FD-80F47084F5E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B24CDF-6A53-EFCA-C808-E185593D11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8CA5582-9FAE-7C76-D9BA-B9B86ED3BBD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7908CE3E-637B-7E25-A0BA-39999F07A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DC37E65-2422-545D-CC77-4FE6D69C8D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25" y="1260335"/>
            <a:ext cx="8753333" cy="350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4BF6F-1CD5-D798-9E23-18589C1F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8A44676-977D-7206-3250-1112DDF8D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3619B8D-64FB-5B78-4B4F-BE329BC7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1AC4D18-9FB5-1D85-A4AC-D56EE678D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2. CSV to XML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EAE2B99-68DD-245F-1369-8861DD231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B2A0F7D-EFF3-7668-887E-E85474BA065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Foi utilizada a biblioteca pandas para fazer a conversão através da função ‘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to_xml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 que converte um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dataframe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em um ficheiro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xml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400" dirty="0">
                <a:latin typeface="Arial" pitchFamily="34" charset="0"/>
                <a:cs typeface="Arial" pitchFamily="34" charset="0"/>
                <a:hlinkClick r:id="rId3"/>
              </a:rPr>
              <a:t>https://pandas.pydata.org/docs/reference/api/pandas.DataFrame.to_xml.html</a:t>
            </a:r>
            <a:r>
              <a:rPr lang="pt-PT" sz="1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5A59626-CDF5-92F4-56E2-EC0DE5732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F48D744-F1F7-027B-6CB5-5A003FAD0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EB74D75-5652-DCDB-BBD2-1258215A14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9F24681-B1A0-B31E-2D30-139ED8A8213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4021DD-820F-AC79-B48C-99A31745C8C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2F50370-C1CC-A347-E8F2-2983B9CAF36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45387DC0-0FA0-09CE-6ADF-E8582929B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8517379-427E-7EE7-4B06-524E833C3E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2218066"/>
            <a:ext cx="496321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3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6828-6629-5475-586E-199F1F8B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AD139C8-FDD9-3B75-3529-43E24F9CD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B40F99E-0F56-BC96-FE53-B10669F2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0577DD1-2496-5AFC-DCF8-3B34B8635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2. CSV to XML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4286019-D8CB-9F7A-EE89-6E3DE119F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13D74B4-5976-56B6-58F4-FF537CC2F27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6FB162-2BDB-1F01-A2A7-C785EFC97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F72565A-003F-DF71-1728-7228C070C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7C3F3B-7CF8-584C-15D1-5C41026EB6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5BF1A33-7907-FF68-F5C5-7105C5FF752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EB806B-7A20-EADA-5D18-0EA4B9D9AA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056F222-B715-6A5A-1C81-0A96C7F08A9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77F585B2-F2BF-F7BE-A0D3-9F9C95A63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CA8A75F-2AE4-9DDD-279E-3A357210B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88" y="1295175"/>
            <a:ext cx="7961821" cy="448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0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5215-35F0-F4B7-8B0C-A83B477A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155DD70-6998-AEC0-FA3C-95CC43488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72E957A-BB25-E7F9-B393-28CCDBCB1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6B13039-6F0D-EF74-6B79-C4B0C4CB2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3.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baseado no XML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38B07E7-2B0A-7214-C984-927041F0C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F51FF8E-E32C-7BE5-3DCB-8E4BE938AF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344AAD6-D457-E6E2-2671-5EAFC1C99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677F65D-2FD2-41C7-98D5-EB679F997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9A6AE76-F469-3248-19FE-56C551A95F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502070D-62BF-2157-0E41-6E71A96EB83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0AED2E-6A43-2ED0-D7F8-74622CC34C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65267CE-324B-F613-2F18-D554D6979E3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74355D49-EBC9-35B3-FE99-D6FD33EA2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E16423-A546-59BD-AC3A-0E11197455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97" y="1659713"/>
            <a:ext cx="8835805" cy="34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3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7FF2-9AC7-815F-047C-794CBC33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66C5286-B34C-B5A6-9A82-920073CCA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A47C6B9-0DAF-9749-897A-29136A45D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DE030D6-B278-3187-D112-72576661A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4. Validar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XML na WEB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9D7F555-201A-9623-0CE1-1BFA111A6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66B580D-2C59-7AD9-674F-EA5A067A10B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3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300" dirty="0">
                <a:latin typeface="Arial" pitchFamily="34" charset="0"/>
                <a:cs typeface="Arial" pitchFamily="34" charset="0"/>
                <a:hlinkClick r:id="rId3"/>
              </a:rPr>
              <a:t>https://www.freeformatter.com/xml-validator-xsd.html</a:t>
            </a:r>
            <a:r>
              <a:rPr lang="pt-PT" sz="1300" dirty="0">
                <a:latin typeface="Arial" pitchFamily="34" charset="0"/>
                <a:cs typeface="Arial" pitchFamily="34" charset="0"/>
              </a:rPr>
              <a:t>  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EAA9F1-4572-C49A-8C3A-087529FA8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AE39BF7-9FB2-B43C-9916-61E67AC1D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7EEFB77-AF94-D3A7-214B-AA72E5F916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62EE150-A8C7-A8DC-CB85-7E562E633AA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FC3AEA-901C-324C-7F4A-71F82ABF4A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6236635-0FBC-B51C-7596-3B339734DFD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68CDB6B8-8D91-5EC1-12BA-049AE0C4F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F189C29-519C-3068-F66B-460C8F2666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9746" y="1173129"/>
            <a:ext cx="6817363" cy="427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5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82AB-B5E7-1A6C-7B6E-1AF3DCFD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5F291D8-2F02-1C88-98A3-96A3AC4B9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705760F-2C36-44C5-4278-72743752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18B0468-09AE-1065-32A4-F761AAB4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4. Validar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XML na WEB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12E154B-FEE4-1FA6-DDE7-4F665978F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146B300-D0D8-417F-CB98-DEF31F72A08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3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300" dirty="0">
                <a:latin typeface="Arial" pitchFamily="34" charset="0"/>
                <a:cs typeface="Arial" pitchFamily="34" charset="0"/>
                <a:hlinkClick r:id="rId3"/>
              </a:rPr>
              <a:t>https://www.liquid-technologies.com/online-xsd-validator</a:t>
            </a:r>
            <a:r>
              <a:rPr lang="pt-PT" sz="1300" dirty="0">
                <a:latin typeface="Arial" pitchFamily="34" charset="0"/>
                <a:cs typeface="Arial" pitchFamily="34" charset="0"/>
              </a:rPr>
              <a:t> 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C8F54F-9E10-BBDC-2053-65A52673B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226F6A2-267E-B769-D68C-AB388FE98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01EEF73-8FDE-B118-F030-EF327E1A17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EF9D157-572D-0488-0990-B195A837F7D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843DDB-31C0-D002-270A-0ACCA34729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F3137C9-FACB-B991-A0FB-A56F88783AC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B52C049D-D5AC-3D6B-3B1B-F262BDB58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FF9F948-F5F7-68E3-5DAD-814D196B33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215" y="1260335"/>
            <a:ext cx="7947569" cy="430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3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99C5-3A33-2A84-6CA3-82739E52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8A51818-3C53-5DDF-CD5D-43CF484A8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54EEEE6-5E2E-FDD5-04AB-67933F18E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E6F6200-D88F-625F-7D38-4BC2FFF5C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5. Validar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XML em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Python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7F021D7-5C54-5416-5B98-DF850FB29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5AC0DF2-02C4-F09E-8948-2BECDF9EA13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Para validar 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schema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podemos usar a função ‘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is_valid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 presente na biblioteca </a:t>
            </a:r>
            <a:r>
              <a:rPr lang="pt-PT" sz="2000" b="1" dirty="0" err="1">
                <a:latin typeface="Arial" pitchFamily="34" charset="0"/>
                <a:cs typeface="Arial" pitchFamily="34" charset="0"/>
              </a:rPr>
              <a:t>xmlschema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 A função é aplicada sobre 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schema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e recebe 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xml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a comparar com parâmetro retornado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True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ou False.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586EF2B-0DA1-D6DA-D162-C9CE6E93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C39DC6-E26D-2DBD-C08E-AAE2FCBB6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A343316-5087-2473-9EE3-45BE5990E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11E67E9-F129-1BD9-ADAC-CD9EE5B5C84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A645FE-2862-7C4B-297F-BA3298A394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7DBFE13-5F48-CCF8-8781-7E7BCB7F62C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19B9C327-D0B2-E9AE-0C30-52CDBCAF4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563CA98-E84C-79AF-AAA7-422BF85472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7822" y="1160296"/>
            <a:ext cx="5116032" cy="130510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449B72C-3CE9-BD44-B380-AA76127D2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822" y="4390610"/>
            <a:ext cx="5116032" cy="17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C5BB-F13A-3C1C-036B-37891520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48D6408-2513-793B-DC7E-9495A3992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4BC44C9-A264-B60B-41C7-939848DB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0A904CE-A03D-5309-75E9-7EB3794E2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5. Validar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Schema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XML em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Python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5944CE2-B763-7F2C-0DF9-B7F5A126B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94A8C2C-B805-C6BF-B0E3-67E8D59C35F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Tal como já tinha sido validado nos exemplos testados na web o ficheiro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xml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é valido para 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schema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criado.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A0DA23-20AB-319D-EFB9-637E34DB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97637ED-295A-9D19-1750-2826C83EC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6F70401-E05C-0691-DC2F-3D2F01A53D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BC019EA-4212-5BE5-CD7C-75D6D22CD1A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812221-506E-5B5E-5455-B9D6F1D88D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8ACC56E-A918-41D7-312A-897611615C2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BFD6F169-1910-F2A4-B7BB-1D480BB2B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39FB72-276E-2E13-298E-9343ED0EBC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25898"/>
            <a:ext cx="9144000" cy="48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0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>
                <a:latin typeface="Arial" pitchFamily="34" charset="0"/>
                <a:cs typeface="Arial" pitchFamily="34" charset="0"/>
              </a:rPr>
              <a:t>Bibliografia e Referências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400" noProof="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noProof="0" dirty="0" err="1"/>
              <a:t>Validators</a:t>
            </a:r>
            <a:r>
              <a:rPr lang="pt-PT" sz="1400" noProof="0" dirty="0"/>
              <a:t>:</a:t>
            </a:r>
            <a:r>
              <a:rPr lang="pt-PT" sz="1400" dirty="0"/>
              <a:t> </a:t>
            </a:r>
          </a:p>
          <a:p>
            <a:r>
              <a:rPr lang="pt-PT" sz="1400" dirty="0">
                <a:hlinkClick r:id="rId3"/>
              </a:rPr>
              <a:t>https://www.freeformatter.com/xml-validator-xsd.html</a:t>
            </a:r>
            <a:endParaRPr lang="pt-PT" sz="1400" dirty="0"/>
          </a:p>
          <a:p>
            <a:r>
              <a:rPr lang="pt-PT" sz="1400" dirty="0">
                <a:hlinkClick r:id="rId4"/>
              </a:rPr>
              <a:t>https://www.liquid-technologies.com/online-xsd-validator</a:t>
            </a:r>
            <a:endParaRPr lang="pt-PT" sz="1400" dirty="0"/>
          </a:p>
          <a:p>
            <a:r>
              <a:rPr lang="pt-PT" sz="14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dirty="0"/>
              <a:t>Pandas: </a:t>
            </a:r>
          </a:p>
          <a:p>
            <a:r>
              <a:rPr lang="pt-PT" sz="1400" dirty="0">
                <a:hlinkClick r:id="rId5"/>
              </a:rPr>
              <a:t>https://pandas.pydata.org/docs/reference/api/pandas.DataFrame.to_xml.html</a:t>
            </a:r>
            <a:r>
              <a:rPr lang="pt-PT" sz="1400" dirty="0"/>
              <a:t> </a:t>
            </a:r>
          </a:p>
          <a:p>
            <a:endParaRPr lang="pt-PT" sz="1400" dirty="0"/>
          </a:p>
          <a:p>
            <a:r>
              <a:rPr lang="pt-PT" sz="1400" dirty="0"/>
              <a:t>  </a:t>
            </a:r>
            <a:endParaRPr lang="pt-PT" sz="1400" noProof="0" dirty="0"/>
          </a:p>
          <a:p>
            <a:endParaRPr lang="pt-PT" sz="1400" dirty="0"/>
          </a:p>
          <a:p>
            <a:endParaRPr lang="pt-PT" sz="1400" noProof="0" dirty="0">
              <a:cs typeface="Arial" panose="020B0604020202020204" pitchFamily="34" charset="0"/>
            </a:endParaRPr>
          </a:p>
          <a:p>
            <a:endParaRPr lang="pt-PT" sz="1600" noProof="0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2000" i="1" u="sng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11</a:t>
            </a:fld>
            <a:r>
              <a:rPr lang="pt-PT" sz="1000" noProof="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Desafio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9BDE0D37-02FC-7855-78ED-3213CC87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Desafio 1</a:t>
            </a:r>
            <a:endParaRPr lang="pt-PT" sz="12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71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5444</TotalTime>
  <Words>763</Words>
  <Application>Microsoft Office PowerPoint</Application>
  <PresentationFormat>Apresentação no Ecrã (4:3)</PresentationFormat>
  <Paragraphs>134</Paragraphs>
  <Slides>12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233</cp:revision>
  <cp:lastPrinted>2020-09-27T18:04:57Z</cp:lastPrinted>
  <dcterms:created xsi:type="dcterms:W3CDTF">2011-05-31T09:21:51Z</dcterms:created>
  <dcterms:modified xsi:type="dcterms:W3CDTF">2025-10-22T14:17:15Z</dcterms:modified>
</cp:coreProperties>
</file>