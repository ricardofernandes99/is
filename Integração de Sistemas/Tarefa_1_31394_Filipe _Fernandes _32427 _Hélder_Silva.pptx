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09" r:id="rId2"/>
    <p:sldId id="258" r:id="rId3"/>
    <p:sldId id="340" r:id="rId4"/>
    <p:sldId id="313" r:id="rId5"/>
    <p:sldId id="314" r:id="rId6"/>
    <p:sldId id="338" r:id="rId7"/>
    <p:sldId id="339" r:id="rId8"/>
    <p:sldId id="341" r:id="rId9"/>
    <p:sldId id="315" r:id="rId10"/>
    <p:sldId id="331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32" r:id="rId23"/>
    <p:sldId id="327" r:id="rId24"/>
    <p:sldId id="333" r:id="rId25"/>
    <p:sldId id="334" r:id="rId26"/>
    <p:sldId id="335" r:id="rId27"/>
    <p:sldId id="336" r:id="rId28"/>
    <p:sldId id="337" r:id="rId29"/>
    <p:sldId id="328" r:id="rId30"/>
    <p:sldId id="330" r:id="rId31"/>
    <p:sldId id="329" r:id="rId32"/>
    <p:sldId id="278" r:id="rId33"/>
    <p:sldId id="260" r:id="rId34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4DA318-D135-4DAC-8FD1-86CEBF3C4B7B}" v="106" dt="2025-09-22T14:15:41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7"/>
    <p:restoredTop sz="89709" autoAdjust="0"/>
  </p:normalViewPr>
  <p:slideViewPr>
    <p:cSldViewPr>
      <p:cViewPr varScale="1">
        <p:scale>
          <a:sx n="99" d="100"/>
          <a:sy n="99" d="100"/>
        </p:scale>
        <p:origin x="2028" y="84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Fernandes" userId="cf37fd8b0d3c9e95" providerId="LiveId" clId="{A4F44D94-3E07-43B7-B685-2636B760A42E}"/>
    <pc:docChg chg="undo custSel addSld delSld modSld sldOrd">
      <pc:chgData name="Ricardo Fernandes" userId="cf37fd8b0d3c9e95" providerId="LiveId" clId="{A4F44D94-3E07-43B7-B685-2636B760A42E}" dt="2025-09-22T14:15:41.459" v="4884"/>
      <pc:docMkLst>
        <pc:docMk/>
      </pc:docMkLst>
      <pc:sldChg chg="modSp mod">
        <pc:chgData name="Ricardo Fernandes" userId="cf37fd8b0d3c9e95" providerId="LiveId" clId="{A4F44D94-3E07-43B7-B685-2636B760A42E}" dt="2025-09-22T14:15:41.459" v="4884"/>
        <pc:sldMkLst>
          <pc:docMk/>
          <pc:sldMk cId="0" sldId="258"/>
        </pc:sldMkLst>
        <pc:spChg chg="mod">
          <ac:chgData name="Ricardo Fernandes" userId="cf37fd8b0d3c9e95" providerId="LiveId" clId="{A4F44D94-3E07-43B7-B685-2636B760A42E}" dt="2025-09-22T13:41:27.638" v="3688"/>
          <ac:spMkLst>
            <pc:docMk/>
            <pc:sldMk cId="0" sldId="258"/>
            <ac:spMk id="2" creationId="{50369DE4-0D6E-7A10-AF37-333F300DD770}"/>
          </ac:spMkLst>
        </pc:spChg>
        <pc:spChg chg="mod">
          <ac:chgData name="Ricardo Fernandes" userId="cf37fd8b0d3c9e95" providerId="LiveId" clId="{A4F44D94-3E07-43B7-B685-2636B760A42E}" dt="2025-09-22T14:15:41.459" v="4884"/>
          <ac:spMkLst>
            <pc:docMk/>
            <pc:sldMk cId="0" sldId="258"/>
            <ac:spMk id="19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17T15:28:42.865" v="45" actId="313"/>
          <ac:spMkLst>
            <pc:docMk/>
            <pc:sldMk cId="0" sldId="258"/>
            <ac:spMk id="9229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17T15:29:28.091" v="60" actId="20577"/>
          <ac:spMkLst>
            <pc:docMk/>
            <pc:sldMk cId="0" sldId="258"/>
            <ac:spMk id="9237" creationId="{00000000-0000-0000-0000-000000000000}"/>
          </ac:spMkLst>
        </pc:spChg>
      </pc:sldChg>
      <pc:sldChg chg="modSp mod">
        <pc:chgData name="Ricardo Fernandes" userId="cf37fd8b0d3c9e95" providerId="LiveId" clId="{A4F44D94-3E07-43B7-B685-2636B760A42E}" dt="2025-09-22T14:14:17.987" v="4881" actId="20577"/>
        <pc:sldMkLst>
          <pc:docMk/>
          <pc:sldMk cId="1590949457" sldId="278"/>
        </pc:sldMkLst>
        <pc:spChg chg="mod">
          <ac:chgData name="Ricardo Fernandes" userId="cf37fd8b0d3c9e95" providerId="LiveId" clId="{A4F44D94-3E07-43B7-B685-2636B760A42E}" dt="2025-09-22T13:44:22.106" v="3793"/>
          <ac:spMkLst>
            <pc:docMk/>
            <pc:sldMk cId="1590949457" sldId="278"/>
            <ac:spMk id="6" creationId="{00332AC9-73DA-F066-EC2F-BD34532F90F2}"/>
          </ac:spMkLst>
        </pc:spChg>
        <pc:spChg chg="mod">
          <ac:chgData name="Ricardo Fernandes" userId="cf37fd8b0d3c9e95" providerId="LiveId" clId="{A4F44D94-3E07-43B7-B685-2636B760A42E}" dt="2025-09-17T15:29:32.815" v="61"/>
          <ac:spMkLst>
            <pc:docMk/>
            <pc:sldMk cId="1590949457" sldId="278"/>
            <ac:spMk id="7" creationId="{951004CF-EB19-4862-CF83-09DC3B61B6CB}"/>
          </ac:spMkLst>
        </pc:spChg>
        <pc:spChg chg="mod">
          <ac:chgData name="Ricardo Fernandes" userId="cf37fd8b0d3c9e95" providerId="LiveId" clId="{A4F44D94-3E07-43B7-B685-2636B760A42E}" dt="2025-09-22T14:14:17.987" v="4881" actId="20577"/>
          <ac:spMkLst>
            <pc:docMk/>
            <pc:sldMk cId="1590949457" sldId="278"/>
            <ac:spMk id="18" creationId="{00000000-0000-0000-0000-000000000000}"/>
          </ac:spMkLst>
        </pc:spChg>
      </pc:sldChg>
      <pc:sldChg chg="modSp mod">
        <pc:chgData name="Ricardo Fernandes" userId="cf37fd8b0d3c9e95" providerId="LiveId" clId="{A4F44D94-3E07-43B7-B685-2636B760A42E}" dt="2025-09-22T14:14:26.260" v="4882" actId="313"/>
        <pc:sldMkLst>
          <pc:docMk/>
          <pc:sldMk cId="962301567" sldId="309"/>
        </pc:sldMkLst>
        <pc:spChg chg="mod">
          <ac:chgData name="Ricardo Fernandes" userId="cf37fd8b0d3c9e95" providerId="LiveId" clId="{A4F44D94-3E07-43B7-B685-2636B760A42E}" dt="2025-09-17T15:28:09.816" v="18" actId="115"/>
          <ac:spMkLst>
            <pc:docMk/>
            <pc:sldMk cId="962301567" sldId="309"/>
            <ac:spMk id="2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17T15:28:05.386" v="17" actId="207"/>
          <ac:spMkLst>
            <pc:docMk/>
            <pc:sldMk cId="962301567" sldId="309"/>
            <ac:spMk id="3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17T15:27:24.105" v="12" actId="27636"/>
          <ac:spMkLst>
            <pc:docMk/>
            <pc:sldMk cId="962301567" sldId="309"/>
            <ac:spMk id="6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22T14:14:26.260" v="4882" actId="313"/>
          <ac:spMkLst>
            <pc:docMk/>
            <pc:sldMk cId="962301567" sldId="309"/>
            <ac:spMk id="8" creationId="{6D890E14-880C-4963-9EA0-EE9200F689F8}"/>
          </ac:spMkLst>
        </pc:spChg>
        <pc:spChg chg="mod">
          <ac:chgData name="Ricardo Fernandes" userId="cf37fd8b0d3c9e95" providerId="LiveId" clId="{A4F44D94-3E07-43B7-B685-2636B760A42E}" dt="2025-09-22T13:37:07.056" v="3613" actId="20577"/>
          <ac:spMkLst>
            <pc:docMk/>
            <pc:sldMk cId="962301567" sldId="309"/>
            <ac:spMk id="10" creationId="{CDB7617E-BD9F-40A8-BCFA-781CEC4CEE46}"/>
          </ac:spMkLst>
        </pc:spChg>
        <pc:spChg chg="mod">
          <ac:chgData name="Ricardo Fernandes" userId="cf37fd8b0d3c9e95" providerId="LiveId" clId="{A4F44D94-3E07-43B7-B685-2636B760A42E}" dt="2025-09-17T15:27:38.028" v="15" actId="20577"/>
          <ac:spMkLst>
            <pc:docMk/>
            <pc:sldMk cId="962301567" sldId="309"/>
            <ac:spMk id="12" creationId="{3331B8A6-B954-F04D-0378-7F3DD744E30A}"/>
          </ac:spMkLst>
        </pc:spChg>
        <pc:picChg chg="mod">
          <ac:chgData name="Ricardo Fernandes" userId="cf37fd8b0d3c9e95" providerId="LiveId" clId="{A4F44D94-3E07-43B7-B685-2636B760A42E}" dt="2025-09-17T15:27:28.891" v="14" actId="14100"/>
          <ac:picMkLst>
            <pc:docMk/>
            <pc:sldMk cId="962301567" sldId="309"/>
            <ac:picMk id="5" creationId="{00000000-0000-0000-0000-000000000000}"/>
          </ac:picMkLst>
        </pc:picChg>
      </pc:sldChg>
      <pc:sldChg chg="del">
        <pc:chgData name="Ricardo Fernandes" userId="cf37fd8b0d3c9e95" providerId="LiveId" clId="{A4F44D94-3E07-43B7-B685-2636B760A42E}" dt="2025-09-18T15:55:23.953" v="3582" actId="47"/>
        <pc:sldMkLst>
          <pc:docMk/>
          <pc:sldMk cId="817666494" sldId="310"/>
        </pc:sldMkLst>
      </pc:sldChg>
      <pc:sldChg chg="del">
        <pc:chgData name="Ricardo Fernandes" userId="cf37fd8b0d3c9e95" providerId="LiveId" clId="{A4F44D94-3E07-43B7-B685-2636B760A42E}" dt="2025-09-18T15:03:58.888" v="239" actId="47"/>
        <pc:sldMkLst>
          <pc:docMk/>
          <pc:sldMk cId="3914919532" sldId="311"/>
        </pc:sldMkLst>
      </pc:sldChg>
      <pc:sldChg chg="new del">
        <pc:chgData name="Ricardo Fernandes" userId="cf37fd8b0d3c9e95" providerId="LiveId" clId="{A4F44D94-3E07-43B7-B685-2636B760A42E}" dt="2025-09-17T15:28:53.956" v="47" actId="680"/>
        <pc:sldMkLst>
          <pc:docMk/>
          <pc:sldMk cId="3153946998" sldId="312"/>
        </pc:sldMkLst>
      </pc:sldChg>
      <pc:sldChg chg="add del">
        <pc:chgData name="Ricardo Fernandes" userId="cf37fd8b0d3c9e95" providerId="LiveId" clId="{A4F44D94-3E07-43B7-B685-2636B760A42E}" dt="2025-09-18T15:00:08.787" v="237" actId="47"/>
        <pc:sldMkLst>
          <pc:docMk/>
          <pc:sldMk cId="3235385001" sldId="312"/>
        </pc:sldMkLst>
      </pc:sldChg>
      <pc:sldChg chg="addSp modSp add mod">
        <pc:chgData name="Ricardo Fernandes" userId="cf37fd8b0d3c9e95" providerId="LiveId" clId="{A4F44D94-3E07-43B7-B685-2636B760A42E}" dt="2025-09-22T13:41:56.734" v="3695"/>
        <pc:sldMkLst>
          <pc:docMk/>
          <pc:sldMk cId="3411905043" sldId="313"/>
        </pc:sldMkLst>
        <pc:spChg chg="mod">
          <ac:chgData name="Ricardo Fernandes" userId="cf37fd8b0d3c9e95" providerId="LiveId" clId="{A4F44D94-3E07-43B7-B685-2636B760A42E}" dt="2025-09-22T13:41:56.734" v="3695"/>
          <ac:spMkLst>
            <pc:docMk/>
            <pc:sldMk cId="3411905043" sldId="313"/>
            <ac:spMk id="2" creationId="{71566DC3-7B0D-C531-40B1-E6FEAF827D32}"/>
          </ac:spMkLst>
        </pc:spChg>
        <pc:spChg chg="add mod">
          <ac:chgData name="Ricardo Fernandes" userId="cf37fd8b0d3c9e95" providerId="LiveId" clId="{A4F44D94-3E07-43B7-B685-2636B760A42E}" dt="2025-09-22T13:41:52.106" v="3694" actId="20577"/>
          <ac:spMkLst>
            <pc:docMk/>
            <pc:sldMk cId="3411905043" sldId="313"/>
            <ac:spMk id="4" creationId="{0670741A-FDE1-42F3-C828-56B77A5EBFE3}"/>
          </ac:spMkLst>
        </pc:spChg>
        <pc:spChg chg="mod">
          <ac:chgData name="Ricardo Fernandes" userId="cf37fd8b0d3c9e95" providerId="LiveId" clId="{A4F44D94-3E07-43B7-B685-2636B760A42E}" dt="2025-09-17T15:31:00.941" v="76" actId="20577"/>
          <ac:spMkLst>
            <pc:docMk/>
            <pc:sldMk cId="3411905043" sldId="313"/>
            <ac:spMk id="19" creationId="{1E4D3D17-579F-80A3-C5BB-60FF32904EDE}"/>
          </ac:spMkLst>
        </pc:spChg>
        <pc:spChg chg="mod">
          <ac:chgData name="Ricardo Fernandes" userId="cf37fd8b0d3c9e95" providerId="LiveId" clId="{A4F44D94-3E07-43B7-B685-2636B760A42E}" dt="2025-09-18T15:04:11.564" v="248" actId="20577"/>
          <ac:spMkLst>
            <pc:docMk/>
            <pc:sldMk cId="3411905043" sldId="313"/>
            <ac:spMk id="9229" creationId="{878AFAFF-7EC3-FA50-6420-1222445ED479}"/>
          </ac:spMkLst>
        </pc:spChg>
        <pc:picChg chg="add mod">
          <ac:chgData name="Ricardo Fernandes" userId="cf37fd8b0d3c9e95" providerId="LiveId" clId="{A4F44D94-3E07-43B7-B685-2636B760A42E}" dt="2025-09-18T15:05:28.464" v="279" actId="1076"/>
          <ac:picMkLst>
            <pc:docMk/>
            <pc:sldMk cId="3411905043" sldId="313"/>
            <ac:picMk id="6" creationId="{F5ECDB32-A57D-FBE2-2464-CC3F572A1696}"/>
          </ac:picMkLst>
        </pc:picChg>
      </pc:sldChg>
      <pc:sldChg chg="addSp delSp modSp add mod">
        <pc:chgData name="Ricardo Fernandes" userId="cf37fd8b0d3c9e95" providerId="LiveId" clId="{A4F44D94-3E07-43B7-B685-2636B760A42E}" dt="2025-09-22T13:41:23.428" v="3687" actId="313"/>
        <pc:sldMkLst>
          <pc:docMk/>
          <pc:sldMk cId="3349245279" sldId="314"/>
        </pc:sldMkLst>
        <pc:spChg chg="mod">
          <ac:chgData name="Ricardo Fernandes" userId="cf37fd8b0d3c9e95" providerId="LiveId" clId="{A4F44D94-3E07-43B7-B685-2636B760A42E}" dt="2025-09-22T13:41:23.428" v="3687" actId="313"/>
          <ac:spMkLst>
            <pc:docMk/>
            <pc:sldMk cId="3349245279" sldId="314"/>
            <ac:spMk id="2" creationId="{1625F7ED-1F8F-AF04-6712-F73D4E9CB944}"/>
          </ac:spMkLst>
        </pc:spChg>
        <pc:spChg chg="mod">
          <ac:chgData name="Ricardo Fernandes" userId="cf37fd8b0d3c9e95" providerId="LiveId" clId="{A4F44D94-3E07-43B7-B685-2636B760A42E}" dt="2025-09-18T15:04:16.527" v="249"/>
          <ac:spMkLst>
            <pc:docMk/>
            <pc:sldMk cId="3349245279" sldId="314"/>
            <ac:spMk id="9229" creationId="{64D62499-EF67-90F6-8F28-0D628984CF8E}"/>
          </ac:spMkLst>
        </pc:spChg>
        <pc:picChg chg="add mod">
          <ac:chgData name="Ricardo Fernandes" userId="cf37fd8b0d3c9e95" providerId="LiveId" clId="{A4F44D94-3E07-43B7-B685-2636B760A42E}" dt="2025-09-17T15:31:37.993" v="84" actId="1076"/>
          <ac:picMkLst>
            <pc:docMk/>
            <pc:sldMk cId="3349245279" sldId="314"/>
            <ac:picMk id="8" creationId="{7BF801F8-7F9A-3708-3DC2-F8E023D22B33}"/>
          </ac:picMkLst>
        </pc:picChg>
      </pc:sldChg>
      <pc:sldChg chg="addSp delSp modSp add mod">
        <pc:chgData name="Ricardo Fernandes" userId="cf37fd8b0d3c9e95" providerId="LiveId" clId="{A4F44D94-3E07-43B7-B685-2636B760A42E}" dt="2025-09-22T13:42:12.790" v="3708"/>
        <pc:sldMkLst>
          <pc:docMk/>
          <pc:sldMk cId="57514067" sldId="315"/>
        </pc:sldMkLst>
        <pc:spChg chg="mod">
          <ac:chgData name="Ricardo Fernandes" userId="cf37fd8b0d3c9e95" providerId="LiveId" clId="{A4F44D94-3E07-43B7-B685-2636B760A42E}" dt="2025-09-22T13:42:12.790" v="3708"/>
          <ac:spMkLst>
            <pc:docMk/>
            <pc:sldMk cId="57514067" sldId="315"/>
            <ac:spMk id="2" creationId="{1CEA03D1-4AFB-4872-FA7F-E8F30DEA8A45}"/>
          </ac:spMkLst>
        </pc:spChg>
        <pc:spChg chg="add mod">
          <ac:chgData name="Ricardo Fernandes" userId="cf37fd8b0d3c9e95" providerId="LiveId" clId="{A4F44D94-3E07-43B7-B685-2636B760A42E}" dt="2025-09-22T13:42:10.650" v="3707" actId="20577"/>
          <ac:spMkLst>
            <pc:docMk/>
            <pc:sldMk cId="57514067" sldId="315"/>
            <ac:spMk id="4" creationId="{5EFE3347-EFA2-BC47-2FC8-2DDCCEBB7D84}"/>
          </ac:spMkLst>
        </pc:spChg>
        <pc:spChg chg="add mod">
          <ac:chgData name="Ricardo Fernandes" userId="cf37fd8b0d3c9e95" providerId="LiveId" clId="{A4F44D94-3E07-43B7-B685-2636B760A42E}" dt="2025-09-22T13:42:09.081" v="3704" actId="20577"/>
          <ac:spMkLst>
            <pc:docMk/>
            <pc:sldMk cId="57514067" sldId="315"/>
            <ac:spMk id="8" creationId="{5C42EB9B-BC20-7128-2BB8-18C545CE28DE}"/>
          </ac:spMkLst>
        </pc:spChg>
        <pc:spChg chg="mod">
          <ac:chgData name="Ricardo Fernandes" userId="cf37fd8b0d3c9e95" providerId="LiveId" clId="{A4F44D94-3E07-43B7-B685-2636B760A42E}" dt="2025-09-18T15:04:19.101" v="250"/>
          <ac:spMkLst>
            <pc:docMk/>
            <pc:sldMk cId="57514067" sldId="315"/>
            <ac:spMk id="9229" creationId="{90AB666E-2D61-DF6A-8397-D97F64CEA34F}"/>
          </ac:spMkLst>
        </pc:spChg>
        <pc:picChg chg="add mod modCrop">
          <ac:chgData name="Ricardo Fernandes" userId="cf37fd8b0d3c9e95" providerId="LiveId" clId="{A4F44D94-3E07-43B7-B685-2636B760A42E}" dt="2025-09-18T15:08:21.960" v="595" actId="1076"/>
          <ac:picMkLst>
            <pc:docMk/>
            <pc:sldMk cId="57514067" sldId="315"/>
            <ac:picMk id="6" creationId="{CC00987D-FA6D-1FDA-EB30-D7A427C666B5}"/>
          </ac:picMkLst>
        </pc:picChg>
      </pc:sldChg>
      <pc:sldChg chg="addSp delSp modSp add mod">
        <pc:chgData name="Ricardo Fernandes" userId="cf37fd8b0d3c9e95" providerId="LiveId" clId="{A4F44D94-3E07-43B7-B685-2636B760A42E}" dt="2025-09-22T13:42:24.145" v="3714"/>
        <pc:sldMkLst>
          <pc:docMk/>
          <pc:sldMk cId="1858489105" sldId="316"/>
        </pc:sldMkLst>
        <pc:spChg chg="mod">
          <ac:chgData name="Ricardo Fernandes" userId="cf37fd8b0d3c9e95" providerId="LiveId" clId="{A4F44D94-3E07-43B7-B685-2636B760A42E}" dt="2025-09-22T13:42:24.145" v="3714"/>
          <ac:spMkLst>
            <pc:docMk/>
            <pc:sldMk cId="1858489105" sldId="316"/>
            <ac:spMk id="2" creationId="{B749F6AA-BD6C-6EE6-DF66-049CBC76B1B8}"/>
          </ac:spMkLst>
        </pc:spChg>
        <pc:spChg chg="mod">
          <ac:chgData name="Ricardo Fernandes" userId="cf37fd8b0d3c9e95" providerId="LiveId" clId="{A4F44D94-3E07-43B7-B685-2636B760A42E}" dt="2025-09-18T15:12:03.680" v="713" actId="20577"/>
          <ac:spMkLst>
            <pc:docMk/>
            <pc:sldMk cId="1858489105" sldId="316"/>
            <ac:spMk id="19" creationId="{F31B3703-D26A-AE8C-5D26-D02434B10EDA}"/>
          </ac:spMkLst>
        </pc:spChg>
        <pc:spChg chg="mod">
          <ac:chgData name="Ricardo Fernandes" userId="cf37fd8b0d3c9e95" providerId="LiveId" clId="{A4F44D94-3E07-43B7-B685-2636B760A42E}" dt="2025-09-18T15:08:57.617" v="644" actId="20577"/>
          <ac:spMkLst>
            <pc:docMk/>
            <pc:sldMk cId="1858489105" sldId="316"/>
            <ac:spMk id="9229" creationId="{34923223-E440-43EF-E83C-D29E101BFCA3}"/>
          </ac:spMkLst>
        </pc:spChg>
        <pc:picChg chg="add mod">
          <ac:chgData name="Ricardo Fernandes" userId="cf37fd8b0d3c9e95" providerId="LiveId" clId="{A4F44D94-3E07-43B7-B685-2636B760A42E}" dt="2025-09-18T15:00:38.497" v="238" actId="1076"/>
          <ac:picMkLst>
            <pc:docMk/>
            <pc:sldMk cId="1858489105" sldId="316"/>
            <ac:picMk id="8" creationId="{80A222DF-DA47-C906-C7F2-0C605CD3DD47}"/>
          </ac:picMkLst>
        </pc:picChg>
        <pc:picChg chg="add mod">
          <ac:chgData name="Ricardo Fernandes" userId="cf37fd8b0d3c9e95" providerId="LiveId" clId="{A4F44D94-3E07-43B7-B685-2636B760A42E}" dt="2025-09-18T15:11:37.795" v="681" actId="14100"/>
          <ac:picMkLst>
            <pc:docMk/>
            <pc:sldMk cId="1858489105" sldId="316"/>
            <ac:picMk id="11" creationId="{A4773E09-656C-EAB5-FF69-2738F060CD66}"/>
          </ac:picMkLst>
        </pc:picChg>
      </pc:sldChg>
      <pc:sldChg chg="addSp delSp modSp add mod">
        <pc:chgData name="Ricardo Fernandes" userId="cf37fd8b0d3c9e95" providerId="LiveId" clId="{A4F44D94-3E07-43B7-B685-2636B760A42E}" dt="2025-09-22T13:42:26.905" v="3715"/>
        <pc:sldMkLst>
          <pc:docMk/>
          <pc:sldMk cId="640416660" sldId="317"/>
        </pc:sldMkLst>
        <pc:spChg chg="mod">
          <ac:chgData name="Ricardo Fernandes" userId="cf37fd8b0d3c9e95" providerId="LiveId" clId="{A4F44D94-3E07-43B7-B685-2636B760A42E}" dt="2025-09-22T13:42:26.905" v="3715"/>
          <ac:spMkLst>
            <pc:docMk/>
            <pc:sldMk cId="640416660" sldId="317"/>
            <ac:spMk id="2" creationId="{4E1AC55D-7BD4-9A5F-0FD5-BD5221F3AB43}"/>
          </ac:spMkLst>
        </pc:spChg>
        <pc:spChg chg="add mod">
          <ac:chgData name="Ricardo Fernandes" userId="cf37fd8b0d3c9e95" providerId="LiveId" clId="{A4F44D94-3E07-43B7-B685-2636B760A42E}" dt="2025-09-18T15:14:13.159" v="998" actId="20577"/>
          <ac:spMkLst>
            <pc:docMk/>
            <pc:sldMk cId="640416660" sldId="317"/>
            <ac:spMk id="4" creationId="{6E1B567A-B8E9-707E-0840-FA30FFC20975}"/>
          </ac:spMkLst>
        </pc:spChg>
        <pc:spChg chg="mod">
          <ac:chgData name="Ricardo Fernandes" userId="cf37fd8b0d3c9e95" providerId="LiveId" clId="{A4F44D94-3E07-43B7-B685-2636B760A42E}" dt="2025-09-18T15:09:23.161" v="645"/>
          <ac:spMkLst>
            <pc:docMk/>
            <pc:sldMk cId="640416660" sldId="317"/>
            <ac:spMk id="9229" creationId="{842CAA0F-02CB-739F-7AC2-12EB9C625216}"/>
          </ac:spMkLst>
        </pc:spChg>
        <pc:picChg chg="add mod">
          <ac:chgData name="Ricardo Fernandes" userId="cf37fd8b0d3c9e95" providerId="LiveId" clId="{A4F44D94-3E07-43B7-B685-2636B760A42E}" dt="2025-09-18T15:13:44.802" v="949" actId="1076"/>
          <ac:picMkLst>
            <pc:docMk/>
            <pc:sldMk cId="640416660" sldId="317"/>
            <ac:picMk id="6" creationId="{440C6D08-E976-DD6C-1061-6236B9EB5001}"/>
          </ac:picMkLst>
        </pc:picChg>
      </pc:sldChg>
      <pc:sldChg chg="add del">
        <pc:chgData name="Ricardo Fernandes" userId="cf37fd8b0d3c9e95" providerId="LiveId" clId="{A4F44D94-3E07-43B7-B685-2636B760A42E}" dt="2025-09-17T15:37:52.657" v="111" actId="47"/>
        <pc:sldMkLst>
          <pc:docMk/>
          <pc:sldMk cId="2097018383" sldId="318"/>
        </pc:sldMkLst>
      </pc:sldChg>
      <pc:sldChg chg="addSp delSp modSp add mod">
        <pc:chgData name="Ricardo Fernandes" userId="cf37fd8b0d3c9e95" providerId="LiveId" clId="{A4F44D94-3E07-43B7-B685-2636B760A42E}" dt="2025-09-22T13:42:31.355" v="3716"/>
        <pc:sldMkLst>
          <pc:docMk/>
          <pc:sldMk cId="4150697195" sldId="318"/>
        </pc:sldMkLst>
        <pc:spChg chg="mod">
          <ac:chgData name="Ricardo Fernandes" userId="cf37fd8b0d3c9e95" providerId="LiveId" clId="{A4F44D94-3E07-43B7-B685-2636B760A42E}" dt="2025-09-22T13:42:31.355" v="3716"/>
          <ac:spMkLst>
            <pc:docMk/>
            <pc:sldMk cId="4150697195" sldId="318"/>
            <ac:spMk id="2" creationId="{D916455F-D3BE-C70B-53E8-1BCB09F1AEAE}"/>
          </ac:spMkLst>
        </pc:spChg>
        <pc:spChg chg="add mod">
          <ac:chgData name="Ricardo Fernandes" userId="cf37fd8b0d3c9e95" providerId="LiveId" clId="{A4F44D94-3E07-43B7-B685-2636B760A42E}" dt="2025-09-18T15:15:42.967" v="1272" actId="313"/>
          <ac:spMkLst>
            <pc:docMk/>
            <pc:sldMk cId="4150697195" sldId="318"/>
            <ac:spMk id="4" creationId="{DF310BDA-7935-2E8E-4253-EBD19C877B6F}"/>
          </ac:spMkLst>
        </pc:spChg>
        <pc:spChg chg="mod">
          <ac:chgData name="Ricardo Fernandes" userId="cf37fd8b0d3c9e95" providerId="LiveId" clId="{A4F44D94-3E07-43B7-B685-2636B760A42E}" dt="2025-09-18T15:09:25.329" v="646"/>
          <ac:spMkLst>
            <pc:docMk/>
            <pc:sldMk cId="4150697195" sldId="318"/>
            <ac:spMk id="9229" creationId="{15BBF63C-9018-D2AF-9BDD-AC269927C2BE}"/>
          </ac:spMkLst>
        </pc:spChg>
        <pc:picChg chg="add mod">
          <ac:chgData name="Ricardo Fernandes" userId="cf37fd8b0d3c9e95" providerId="LiveId" clId="{A4F44D94-3E07-43B7-B685-2636B760A42E}" dt="2025-09-17T15:38:43.437" v="120" actId="1076"/>
          <ac:picMkLst>
            <pc:docMk/>
            <pc:sldMk cId="4150697195" sldId="318"/>
            <ac:picMk id="8" creationId="{326CC89E-E032-81CB-138B-5EF9205038A2}"/>
          </ac:picMkLst>
        </pc:picChg>
        <pc:picChg chg="add mod">
          <ac:chgData name="Ricardo Fernandes" userId="cf37fd8b0d3c9e95" providerId="LiveId" clId="{A4F44D94-3E07-43B7-B685-2636B760A42E}" dt="2025-09-17T15:38:39.250" v="119" actId="1076"/>
          <ac:picMkLst>
            <pc:docMk/>
            <pc:sldMk cId="4150697195" sldId="318"/>
            <ac:picMk id="11" creationId="{CF1F8EB0-452D-7E81-EAF4-85EA17CA4B53}"/>
          </ac:picMkLst>
        </pc:picChg>
      </pc:sldChg>
      <pc:sldChg chg="addSp delSp modSp add mod">
        <pc:chgData name="Ricardo Fernandes" userId="cf37fd8b0d3c9e95" providerId="LiveId" clId="{A4F44D94-3E07-43B7-B685-2636B760A42E}" dt="2025-09-22T13:42:33.839" v="3717"/>
        <pc:sldMkLst>
          <pc:docMk/>
          <pc:sldMk cId="2056839426" sldId="319"/>
        </pc:sldMkLst>
        <pc:spChg chg="mod">
          <ac:chgData name="Ricardo Fernandes" userId="cf37fd8b0d3c9e95" providerId="LiveId" clId="{A4F44D94-3E07-43B7-B685-2636B760A42E}" dt="2025-09-22T13:42:33.839" v="3717"/>
          <ac:spMkLst>
            <pc:docMk/>
            <pc:sldMk cId="2056839426" sldId="319"/>
            <ac:spMk id="2" creationId="{27E90777-0962-B414-DED6-24378076450B}"/>
          </ac:spMkLst>
        </pc:spChg>
        <pc:spChg chg="add mod">
          <ac:chgData name="Ricardo Fernandes" userId="cf37fd8b0d3c9e95" providerId="LiveId" clId="{A4F44D94-3E07-43B7-B685-2636B760A42E}" dt="2025-09-18T15:19:34.630" v="1306" actId="20577"/>
          <ac:spMkLst>
            <pc:docMk/>
            <pc:sldMk cId="2056839426" sldId="319"/>
            <ac:spMk id="4" creationId="{32C6E7DD-2C84-38FA-9EE6-0980016EDF9F}"/>
          </ac:spMkLst>
        </pc:spChg>
        <pc:spChg chg="mod">
          <ac:chgData name="Ricardo Fernandes" userId="cf37fd8b0d3c9e95" providerId="LiveId" clId="{A4F44D94-3E07-43B7-B685-2636B760A42E}" dt="2025-09-18T15:09:27.287" v="647"/>
          <ac:spMkLst>
            <pc:docMk/>
            <pc:sldMk cId="2056839426" sldId="319"/>
            <ac:spMk id="9229" creationId="{6A94BD8B-8B8F-BE55-BC09-3C516ADA0CF6}"/>
          </ac:spMkLst>
        </pc:spChg>
        <pc:picChg chg="add mod">
          <ac:chgData name="Ricardo Fernandes" userId="cf37fd8b0d3c9e95" providerId="LiveId" clId="{A4F44D94-3E07-43B7-B685-2636B760A42E}" dt="2025-09-17T15:39:37.658" v="132" actId="1076"/>
          <ac:picMkLst>
            <pc:docMk/>
            <pc:sldMk cId="2056839426" sldId="319"/>
            <ac:picMk id="6" creationId="{2A76F2E3-4491-A380-F87C-9DB7553A8B33}"/>
          </ac:picMkLst>
        </pc:picChg>
        <pc:picChg chg="add mod">
          <ac:chgData name="Ricardo Fernandes" userId="cf37fd8b0d3c9e95" providerId="LiveId" clId="{A4F44D94-3E07-43B7-B685-2636B760A42E}" dt="2025-09-17T15:39:34.267" v="129" actId="1076"/>
          <ac:picMkLst>
            <pc:docMk/>
            <pc:sldMk cId="2056839426" sldId="319"/>
            <ac:picMk id="12" creationId="{B65D8EA7-5A81-1F4E-C5B3-406D30F1826F}"/>
          </ac:picMkLst>
        </pc:picChg>
      </pc:sldChg>
      <pc:sldChg chg="addSp delSp modSp add mod">
        <pc:chgData name="Ricardo Fernandes" userId="cf37fd8b0d3c9e95" providerId="LiveId" clId="{A4F44D94-3E07-43B7-B685-2636B760A42E}" dt="2025-09-22T13:42:35.946" v="3718"/>
        <pc:sldMkLst>
          <pc:docMk/>
          <pc:sldMk cId="3216424933" sldId="320"/>
        </pc:sldMkLst>
        <pc:spChg chg="mod">
          <ac:chgData name="Ricardo Fernandes" userId="cf37fd8b0d3c9e95" providerId="LiveId" clId="{A4F44D94-3E07-43B7-B685-2636B760A42E}" dt="2025-09-22T13:42:35.946" v="3718"/>
          <ac:spMkLst>
            <pc:docMk/>
            <pc:sldMk cId="3216424933" sldId="320"/>
            <ac:spMk id="2" creationId="{F2DDBDE4-3D66-5BAF-02E6-A54E926D0EB0}"/>
          </ac:spMkLst>
        </pc:spChg>
        <pc:spChg chg="add mod">
          <ac:chgData name="Ricardo Fernandes" userId="cf37fd8b0d3c9e95" providerId="LiveId" clId="{A4F44D94-3E07-43B7-B685-2636B760A42E}" dt="2025-09-18T15:20:07.476" v="1425" actId="20577"/>
          <ac:spMkLst>
            <pc:docMk/>
            <pc:sldMk cId="3216424933" sldId="320"/>
            <ac:spMk id="4" creationId="{24836E0D-6E52-63FE-B625-FD5158036A56}"/>
          </ac:spMkLst>
        </pc:spChg>
        <pc:spChg chg="mod">
          <ac:chgData name="Ricardo Fernandes" userId="cf37fd8b0d3c9e95" providerId="LiveId" clId="{A4F44D94-3E07-43B7-B685-2636B760A42E}" dt="2025-09-18T15:09:29.033" v="648"/>
          <ac:spMkLst>
            <pc:docMk/>
            <pc:sldMk cId="3216424933" sldId="320"/>
            <ac:spMk id="9229" creationId="{AAE4532E-22FF-DD50-07E1-91E87792BB36}"/>
          </ac:spMkLst>
        </pc:spChg>
        <pc:picChg chg="add mod">
          <ac:chgData name="Ricardo Fernandes" userId="cf37fd8b0d3c9e95" providerId="LiveId" clId="{A4F44D94-3E07-43B7-B685-2636B760A42E}" dt="2025-09-17T15:40:34.456" v="147" actId="1076"/>
          <ac:picMkLst>
            <pc:docMk/>
            <pc:sldMk cId="3216424933" sldId="320"/>
            <ac:picMk id="8" creationId="{DF756E98-AD21-E395-BF5F-BF1A82597638}"/>
          </ac:picMkLst>
        </pc:picChg>
        <pc:picChg chg="add mod">
          <ac:chgData name="Ricardo Fernandes" userId="cf37fd8b0d3c9e95" providerId="LiveId" clId="{A4F44D94-3E07-43B7-B685-2636B760A42E}" dt="2025-09-17T15:40:30.742" v="145" actId="1076"/>
          <ac:picMkLst>
            <pc:docMk/>
            <pc:sldMk cId="3216424933" sldId="320"/>
            <ac:picMk id="11" creationId="{A87A91FF-5B09-EF6F-B216-4834AF5865E3}"/>
          </ac:picMkLst>
        </pc:picChg>
      </pc:sldChg>
      <pc:sldChg chg="addSp delSp modSp add mod">
        <pc:chgData name="Ricardo Fernandes" userId="cf37fd8b0d3c9e95" providerId="LiveId" clId="{A4F44D94-3E07-43B7-B685-2636B760A42E}" dt="2025-09-22T13:42:37.860" v="3719"/>
        <pc:sldMkLst>
          <pc:docMk/>
          <pc:sldMk cId="3367658502" sldId="321"/>
        </pc:sldMkLst>
        <pc:spChg chg="mod">
          <ac:chgData name="Ricardo Fernandes" userId="cf37fd8b0d3c9e95" providerId="LiveId" clId="{A4F44D94-3E07-43B7-B685-2636B760A42E}" dt="2025-09-22T13:42:37.860" v="3719"/>
          <ac:spMkLst>
            <pc:docMk/>
            <pc:sldMk cId="3367658502" sldId="321"/>
            <ac:spMk id="2" creationId="{F218256F-CB6C-14BD-1016-FB229A503B99}"/>
          </ac:spMkLst>
        </pc:spChg>
        <pc:spChg chg="add mod">
          <ac:chgData name="Ricardo Fernandes" userId="cf37fd8b0d3c9e95" providerId="LiveId" clId="{A4F44D94-3E07-43B7-B685-2636B760A42E}" dt="2025-09-18T15:21:44.516" v="1497" actId="20577"/>
          <ac:spMkLst>
            <pc:docMk/>
            <pc:sldMk cId="3367658502" sldId="321"/>
            <ac:spMk id="4" creationId="{6A323CBA-5A50-445B-058E-09D0AA4BE289}"/>
          </ac:spMkLst>
        </pc:spChg>
        <pc:spChg chg="mod">
          <ac:chgData name="Ricardo Fernandes" userId="cf37fd8b0d3c9e95" providerId="LiveId" clId="{A4F44D94-3E07-43B7-B685-2636B760A42E}" dt="2025-09-18T15:09:32.795" v="650"/>
          <ac:spMkLst>
            <pc:docMk/>
            <pc:sldMk cId="3367658502" sldId="321"/>
            <ac:spMk id="9229" creationId="{0FD1D9A4-5291-3905-1E68-CD816C779D69}"/>
          </ac:spMkLst>
        </pc:spChg>
        <pc:picChg chg="add mod">
          <ac:chgData name="Ricardo Fernandes" userId="cf37fd8b0d3c9e95" providerId="LiveId" clId="{A4F44D94-3E07-43B7-B685-2636B760A42E}" dt="2025-09-17T15:42:30.168" v="155" actId="1076"/>
          <ac:picMkLst>
            <pc:docMk/>
            <pc:sldMk cId="3367658502" sldId="321"/>
            <ac:picMk id="6" creationId="{A18C4478-5874-30E6-4CDC-8C8188C510FE}"/>
          </ac:picMkLst>
        </pc:picChg>
        <pc:picChg chg="add mod">
          <ac:chgData name="Ricardo Fernandes" userId="cf37fd8b0d3c9e95" providerId="LiveId" clId="{A4F44D94-3E07-43B7-B685-2636B760A42E}" dt="2025-09-17T15:42:41.817" v="158" actId="1076"/>
          <ac:picMkLst>
            <pc:docMk/>
            <pc:sldMk cId="3367658502" sldId="321"/>
            <ac:picMk id="12" creationId="{D93BF004-DB02-EF18-75B4-9B5CAE352A4B}"/>
          </ac:picMkLst>
        </pc:picChg>
      </pc:sldChg>
      <pc:sldChg chg="addSp delSp modSp add mod">
        <pc:chgData name="Ricardo Fernandes" userId="cf37fd8b0d3c9e95" providerId="LiveId" clId="{A4F44D94-3E07-43B7-B685-2636B760A42E}" dt="2025-09-22T13:42:39.500" v="3720"/>
        <pc:sldMkLst>
          <pc:docMk/>
          <pc:sldMk cId="2244410587" sldId="322"/>
        </pc:sldMkLst>
        <pc:spChg chg="mod">
          <ac:chgData name="Ricardo Fernandes" userId="cf37fd8b0d3c9e95" providerId="LiveId" clId="{A4F44D94-3E07-43B7-B685-2636B760A42E}" dt="2025-09-22T13:42:39.500" v="3720"/>
          <ac:spMkLst>
            <pc:docMk/>
            <pc:sldMk cId="2244410587" sldId="322"/>
            <ac:spMk id="2" creationId="{7AFDD83D-D870-0FAF-ED14-067186014BE5}"/>
          </ac:spMkLst>
        </pc:spChg>
        <pc:spChg chg="mod">
          <ac:chgData name="Ricardo Fernandes" userId="cf37fd8b0d3c9e95" providerId="LiveId" clId="{A4F44D94-3E07-43B7-B685-2636B760A42E}" dt="2025-09-18T15:09:34.196" v="651"/>
          <ac:spMkLst>
            <pc:docMk/>
            <pc:sldMk cId="2244410587" sldId="322"/>
            <ac:spMk id="9229" creationId="{A35CE925-6B96-D76A-F442-2C58BF353A41}"/>
          </ac:spMkLst>
        </pc:spChg>
        <pc:picChg chg="add mod">
          <ac:chgData name="Ricardo Fernandes" userId="cf37fd8b0d3c9e95" providerId="LiveId" clId="{A4F44D94-3E07-43B7-B685-2636B760A42E}" dt="2025-09-17T15:43:46.051" v="174" actId="1076"/>
          <ac:picMkLst>
            <pc:docMk/>
            <pc:sldMk cId="2244410587" sldId="322"/>
            <ac:picMk id="8" creationId="{38A64670-1A7F-021F-B9F6-DD111D4428AB}"/>
          </ac:picMkLst>
        </pc:picChg>
        <pc:picChg chg="add mod">
          <ac:chgData name="Ricardo Fernandes" userId="cf37fd8b0d3c9e95" providerId="LiveId" clId="{A4F44D94-3E07-43B7-B685-2636B760A42E}" dt="2025-09-17T15:43:50.925" v="177" actId="1076"/>
          <ac:picMkLst>
            <pc:docMk/>
            <pc:sldMk cId="2244410587" sldId="322"/>
            <ac:picMk id="11" creationId="{8FF9EAD6-1CFF-B022-1CDC-668F87D8074B}"/>
          </ac:picMkLst>
        </pc:picChg>
      </pc:sldChg>
      <pc:sldChg chg="addSp delSp modSp add mod">
        <pc:chgData name="Ricardo Fernandes" userId="cf37fd8b0d3c9e95" providerId="LiveId" clId="{A4F44D94-3E07-43B7-B685-2636B760A42E}" dt="2025-09-22T13:42:41.385" v="3721"/>
        <pc:sldMkLst>
          <pc:docMk/>
          <pc:sldMk cId="335110530" sldId="323"/>
        </pc:sldMkLst>
        <pc:spChg chg="mod">
          <ac:chgData name="Ricardo Fernandes" userId="cf37fd8b0d3c9e95" providerId="LiveId" clId="{A4F44D94-3E07-43B7-B685-2636B760A42E}" dt="2025-09-22T13:42:41.385" v="3721"/>
          <ac:spMkLst>
            <pc:docMk/>
            <pc:sldMk cId="335110530" sldId="323"/>
            <ac:spMk id="2" creationId="{507F414A-CD7E-2DFE-5971-90CE14FCE981}"/>
          </ac:spMkLst>
        </pc:spChg>
        <pc:spChg chg="mod">
          <ac:chgData name="Ricardo Fernandes" userId="cf37fd8b0d3c9e95" providerId="LiveId" clId="{A4F44D94-3E07-43B7-B685-2636B760A42E}" dt="2025-09-18T15:09:35.803" v="652"/>
          <ac:spMkLst>
            <pc:docMk/>
            <pc:sldMk cId="335110530" sldId="323"/>
            <ac:spMk id="9229" creationId="{E47AEFC0-4328-0078-406F-B02778ABFAB8}"/>
          </ac:spMkLst>
        </pc:spChg>
        <pc:picChg chg="add mod">
          <ac:chgData name="Ricardo Fernandes" userId="cf37fd8b0d3c9e95" providerId="LiveId" clId="{A4F44D94-3E07-43B7-B685-2636B760A42E}" dt="2025-09-17T15:44:42.919" v="191" actId="1076"/>
          <ac:picMkLst>
            <pc:docMk/>
            <pc:sldMk cId="335110530" sldId="323"/>
            <ac:picMk id="6" creationId="{4ABD3402-875B-CEBF-EA46-19E24323A12B}"/>
          </ac:picMkLst>
        </pc:picChg>
        <pc:picChg chg="add mod">
          <ac:chgData name="Ricardo Fernandes" userId="cf37fd8b0d3c9e95" providerId="LiveId" clId="{A4F44D94-3E07-43B7-B685-2636B760A42E}" dt="2025-09-17T15:44:40.714" v="189" actId="1076"/>
          <ac:picMkLst>
            <pc:docMk/>
            <pc:sldMk cId="335110530" sldId="323"/>
            <ac:picMk id="12" creationId="{FE0E5EAC-BE37-CC49-D56F-E59862BFF750}"/>
          </ac:picMkLst>
        </pc:picChg>
      </pc:sldChg>
      <pc:sldChg chg="addSp delSp modSp add mod">
        <pc:chgData name="Ricardo Fernandes" userId="cf37fd8b0d3c9e95" providerId="LiveId" clId="{A4F44D94-3E07-43B7-B685-2636B760A42E}" dt="2025-09-22T13:42:49.557" v="3730" actId="20577"/>
        <pc:sldMkLst>
          <pc:docMk/>
          <pc:sldMk cId="4134667817" sldId="324"/>
        </pc:sldMkLst>
        <pc:spChg chg="add del mod">
          <ac:chgData name="Ricardo Fernandes" userId="cf37fd8b0d3c9e95" providerId="LiveId" clId="{A4F44D94-3E07-43B7-B685-2636B760A42E}" dt="2025-09-22T13:42:47.938" v="3728"/>
          <ac:spMkLst>
            <pc:docMk/>
            <pc:sldMk cId="4134667817" sldId="324"/>
            <ac:spMk id="2" creationId="{E80B8667-7C51-D22E-7392-7A91FD74B925}"/>
          </ac:spMkLst>
        </pc:spChg>
        <pc:spChg chg="add mod">
          <ac:chgData name="Ricardo Fernandes" userId="cf37fd8b0d3c9e95" providerId="LiveId" clId="{A4F44D94-3E07-43B7-B685-2636B760A42E}" dt="2025-09-22T13:42:49.557" v="3730" actId="20577"/>
          <ac:spMkLst>
            <pc:docMk/>
            <pc:sldMk cId="4134667817" sldId="324"/>
            <ac:spMk id="4" creationId="{D3784508-E6AF-2C34-99BC-76297C4DD45B}"/>
          </ac:spMkLst>
        </pc:spChg>
        <pc:spChg chg="mod">
          <ac:chgData name="Ricardo Fernandes" userId="cf37fd8b0d3c9e95" providerId="LiveId" clId="{A4F44D94-3E07-43B7-B685-2636B760A42E}" dt="2025-09-18T15:09:40.484" v="653"/>
          <ac:spMkLst>
            <pc:docMk/>
            <pc:sldMk cId="4134667817" sldId="324"/>
            <ac:spMk id="9229" creationId="{C610E7FC-BB03-62F7-CAA4-35BA777B2824}"/>
          </ac:spMkLst>
        </pc:spChg>
        <pc:picChg chg="add mod">
          <ac:chgData name="Ricardo Fernandes" userId="cf37fd8b0d3c9e95" providerId="LiveId" clId="{A4F44D94-3E07-43B7-B685-2636B760A42E}" dt="2025-09-18T15:24:29.208" v="1650" actId="1076"/>
          <ac:picMkLst>
            <pc:docMk/>
            <pc:sldMk cId="4134667817" sldId="324"/>
            <ac:picMk id="8" creationId="{49D039D0-D81D-E179-3F9B-C6BA02EE1B34}"/>
          </ac:picMkLst>
        </pc:picChg>
      </pc:sldChg>
      <pc:sldChg chg="addSp delSp modSp add mod">
        <pc:chgData name="Ricardo Fernandes" userId="cf37fd8b0d3c9e95" providerId="LiveId" clId="{A4F44D94-3E07-43B7-B685-2636B760A42E}" dt="2025-09-22T13:42:57.993" v="3737"/>
        <pc:sldMkLst>
          <pc:docMk/>
          <pc:sldMk cId="4289371869" sldId="325"/>
        </pc:sldMkLst>
        <pc:spChg chg="mod">
          <ac:chgData name="Ricardo Fernandes" userId="cf37fd8b0d3c9e95" providerId="LiveId" clId="{A4F44D94-3E07-43B7-B685-2636B760A42E}" dt="2025-09-22T13:42:57.993" v="3737"/>
          <ac:spMkLst>
            <pc:docMk/>
            <pc:sldMk cId="4289371869" sldId="325"/>
            <ac:spMk id="2" creationId="{0752B394-1883-36AD-F5A5-95205C41CE9E}"/>
          </ac:spMkLst>
        </pc:spChg>
        <pc:spChg chg="add mod">
          <ac:chgData name="Ricardo Fernandes" userId="cf37fd8b0d3c9e95" providerId="LiveId" clId="{A4F44D94-3E07-43B7-B685-2636B760A42E}" dt="2025-09-22T13:42:55.962" v="3736" actId="20577"/>
          <ac:spMkLst>
            <pc:docMk/>
            <pc:sldMk cId="4289371869" sldId="325"/>
            <ac:spMk id="4" creationId="{CE15AADB-3C82-88C4-B23B-21245222AFCD}"/>
          </ac:spMkLst>
        </pc:spChg>
        <pc:spChg chg="add mod">
          <ac:chgData name="Ricardo Fernandes" userId="cf37fd8b0d3c9e95" providerId="LiveId" clId="{A4F44D94-3E07-43B7-B685-2636B760A42E}" dt="2025-09-18T15:25:43.497" v="1762" actId="14100"/>
          <ac:spMkLst>
            <pc:docMk/>
            <pc:sldMk cId="4289371869" sldId="325"/>
            <ac:spMk id="8" creationId="{C5734D29-3B2F-77BF-E18A-A98A2571F2A6}"/>
          </ac:spMkLst>
        </pc:spChg>
        <pc:spChg chg="add mod">
          <ac:chgData name="Ricardo Fernandes" userId="cf37fd8b0d3c9e95" providerId="LiveId" clId="{A4F44D94-3E07-43B7-B685-2636B760A42E}" dt="2025-09-18T15:26:31.030" v="1776" actId="14100"/>
          <ac:spMkLst>
            <pc:docMk/>
            <pc:sldMk cId="4289371869" sldId="325"/>
            <ac:spMk id="10" creationId="{91BB6E97-4D7A-6CDF-8B05-72C202078F3B}"/>
          </ac:spMkLst>
        </pc:spChg>
        <pc:spChg chg="mod">
          <ac:chgData name="Ricardo Fernandes" userId="cf37fd8b0d3c9e95" providerId="LiveId" clId="{A4F44D94-3E07-43B7-B685-2636B760A42E}" dt="2025-09-18T15:25:34.871" v="1758" actId="1076"/>
          <ac:spMkLst>
            <pc:docMk/>
            <pc:sldMk cId="4289371869" sldId="325"/>
            <ac:spMk id="9229" creationId="{209B89AE-E0A1-1F05-DB84-12A5B9049F5D}"/>
          </ac:spMkLst>
        </pc:spChg>
        <pc:picChg chg="add mod">
          <ac:chgData name="Ricardo Fernandes" userId="cf37fd8b0d3c9e95" providerId="LiveId" clId="{A4F44D94-3E07-43B7-B685-2636B760A42E}" dt="2025-09-18T15:24:50.789" v="1655" actId="1076"/>
          <ac:picMkLst>
            <pc:docMk/>
            <pc:sldMk cId="4289371869" sldId="325"/>
            <ac:picMk id="6" creationId="{EF668A57-8BBE-E096-7DED-C491DB527DC9}"/>
          </ac:picMkLst>
        </pc:picChg>
      </pc:sldChg>
      <pc:sldChg chg="addSp delSp modSp add mod">
        <pc:chgData name="Ricardo Fernandes" userId="cf37fd8b0d3c9e95" providerId="LiveId" clId="{A4F44D94-3E07-43B7-B685-2636B760A42E}" dt="2025-09-22T13:43:06.146" v="3744"/>
        <pc:sldMkLst>
          <pc:docMk/>
          <pc:sldMk cId="961665452" sldId="326"/>
        </pc:sldMkLst>
        <pc:spChg chg="mod">
          <ac:chgData name="Ricardo Fernandes" userId="cf37fd8b0d3c9e95" providerId="LiveId" clId="{A4F44D94-3E07-43B7-B685-2636B760A42E}" dt="2025-09-22T13:43:06.146" v="3744"/>
          <ac:spMkLst>
            <pc:docMk/>
            <pc:sldMk cId="961665452" sldId="326"/>
            <ac:spMk id="2" creationId="{9890631B-2D04-FCD2-FEAB-BA8A15BD7A99}"/>
          </ac:spMkLst>
        </pc:spChg>
        <pc:spChg chg="add mod">
          <ac:chgData name="Ricardo Fernandes" userId="cf37fd8b0d3c9e95" providerId="LiveId" clId="{A4F44D94-3E07-43B7-B685-2636B760A42E}" dt="2025-09-22T13:43:04.287" v="3743" actId="20577"/>
          <ac:spMkLst>
            <pc:docMk/>
            <pc:sldMk cId="961665452" sldId="326"/>
            <ac:spMk id="4" creationId="{94108535-0572-5892-285A-810F3FE9EA49}"/>
          </ac:spMkLst>
        </pc:spChg>
        <pc:spChg chg="mod">
          <ac:chgData name="Ricardo Fernandes" userId="cf37fd8b0d3c9e95" providerId="LiveId" clId="{A4F44D94-3E07-43B7-B685-2636B760A42E}" dt="2025-09-18T15:26:55.041" v="1798" actId="20577"/>
          <ac:spMkLst>
            <pc:docMk/>
            <pc:sldMk cId="961665452" sldId="326"/>
            <ac:spMk id="9229" creationId="{823891FC-4D9A-5939-D5E0-97D40CB5DB68}"/>
          </ac:spMkLst>
        </pc:spChg>
        <pc:picChg chg="add mod">
          <ac:chgData name="Ricardo Fernandes" userId="cf37fd8b0d3c9e95" providerId="LiveId" clId="{A4F44D94-3E07-43B7-B685-2636B760A42E}" dt="2025-09-17T16:01:33.260" v="208" actId="1076"/>
          <ac:picMkLst>
            <pc:docMk/>
            <pc:sldMk cId="961665452" sldId="326"/>
            <ac:picMk id="8" creationId="{93CA1F7C-1753-2A70-F9B2-D059B1C11032}"/>
          </ac:picMkLst>
        </pc:picChg>
      </pc:sldChg>
      <pc:sldChg chg="addSp delSp modSp add mod">
        <pc:chgData name="Ricardo Fernandes" userId="cf37fd8b0d3c9e95" providerId="LiveId" clId="{A4F44D94-3E07-43B7-B685-2636B760A42E}" dt="2025-09-22T13:43:16.607" v="3748"/>
        <pc:sldMkLst>
          <pc:docMk/>
          <pc:sldMk cId="92428551" sldId="327"/>
        </pc:sldMkLst>
        <pc:spChg chg="mod">
          <ac:chgData name="Ricardo Fernandes" userId="cf37fd8b0d3c9e95" providerId="LiveId" clId="{A4F44D94-3E07-43B7-B685-2636B760A42E}" dt="2025-09-22T13:43:16.607" v="3748"/>
          <ac:spMkLst>
            <pc:docMk/>
            <pc:sldMk cId="92428551" sldId="327"/>
            <ac:spMk id="2" creationId="{F7913F2D-F3E6-579C-1313-BA7BF38DB25E}"/>
          </ac:spMkLst>
        </pc:spChg>
        <pc:spChg chg="mod">
          <ac:chgData name="Ricardo Fernandes" userId="cf37fd8b0d3c9e95" providerId="LiveId" clId="{A4F44D94-3E07-43B7-B685-2636B760A42E}" dt="2025-09-18T15:10:38.460" v="677" actId="20577"/>
          <ac:spMkLst>
            <pc:docMk/>
            <pc:sldMk cId="92428551" sldId="327"/>
            <ac:spMk id="9229" creationId="{9FEFC177-6C73-A4B0-8EAE-414C3DEFFB06}"/>
          </ac:spMkLst>
        </pc:spChg>
        <pc:picChg chg="add mod">
          <ac:chgData name="Ricardo Fernandes" userId="cf37fd8b0d3c9e95" providerId="LiveId" clId="{A4F44D94-3E07-43B7-B685-2636B760A42E}" dt="2025-09-18T15:27:29.411" v="1830" actId="1076"/>
          <ac:picMkLst>
            <pc:docMk/>
            <pc:sldMk cId="92428551" sldId="327"/>
            <ac:picMk id="11" creationId="{F9AF2F10-CB17-69D6-C972-106AD6197128}"/>
          </ac:picMkLst>
        </pc:picChg>
      </pc:sldChg>
      <pc:sldChg chg="addSp delSp modSp add mod">
        <pc:chgData name="Ricardo Fernandes" userId="cf37fd8b0d3c9e95" providerId="LiveId" clId="{A4F44D94-3E07-43B7-B685-2636B760A42E}" dt="2025-09-22T13:44:08.532" v="3786"/>
        <pc:sldMkLst>
          <pc:docMk/>
          <pc:sldMk cId="771507657" sldId="328"/>
        </pc:sldMkLst>
        <pc:spChg chg="add del mod">
          <ac:chgData name="Ricardo Fernandes" userId="cf37fd8b0d3c9e95" providerId="LiveId" clId="{A4F44D94-3E07-43B7-B685-2636B760A42E}" dt="2025-09-22T13:44:08.532" v="3786"/>
          <ac:spMkLst>
            <pc:docMk/>
            <pc:sldMk cId="771507657" sldId="328"/>
            <ac:spMk id="2" creationId="{C6D36446-DBE0-1600-0627-B7C8EF69811F}"/>
          </ac:spMkLst>
        </pc:spChg>
        <pc:spChg chg="add mod">
          <ac:chgData name="Ricardo Fernandes" userId="cf37fd8b0d3c9e95" providerId="LiveId" clId="{A4F44D94-3E07-43B7-B685-2636B760A42E}" dt="2025-09-22T13:44:05.804" v="3783" actId="20577"/>
          <ac:spMkLst>
            <pc:docMk/>
            <pc:sldMk cId="771507657" sldId="328"/>
            <ac:spMk id="4" creationId="{BBB392F1-D058-8B61-FEDF-F44EDBC27CE4}"/>
          </ac:spMkLst>
        </pc:spChg>
        <pc:spChg chg="mod">
          <ac:chgData name="Ricardo Fernandes" userId="cf37fd8b0d3c9e95" providerId="LiveId" clId="{A4F44D94-3E07-43B7-B685-2636B760A42E}" dt="2025-09-18T15:10:50.689" v="678"/>
          <ac:spMkLst>
            <pc:docMk/>
            <pc:sldMk cId="771507657" sldId="328"/>
            <ac:spMk id="9229" creationId="{47BCB264-17B3-9A87-4886-2F7E81B40EF4}"/>
          </ac:spMkLst>
        </pc:spChg>
        <pc:picChg chg="add mod">
          <ac:chgData name="Ricardo Fernandes" userId="cf37fd8b0d3c9e95" providerId="LiveId" clId="{A4F44D94-3E07-43B7-B685-2636B760A42E}" dt="2025-09-18T15:31:43.559" v="2280" actId="14100"/>
          <ac:picMkLst>
            <pc:docMk/>
            <pc:sldMk cId="771507657" sldId="328"/>
            <ac:picMk id="6" creationId="{265A5688-21EB-F8B5-6928-D728FE42DF95}"/>
          </ac:picMkLst>
        </pc:picChg>
      </pc:sldChg>
      <pc:sldChg chg="addSp delSp modSp add mod">
        <pc:chgData name="Ricardo Fernandes" userId="cf37fd8b0d3c9e95" providerId="LiveId" clId="{A4F44D94-3E07-43B7-B685-2636B760A42E}" dt="2025-09-22T13:44:18.592" v="3792"/>
        <pc:sldMkLst>
          <pc:docMk/>
          <pc:sldMk cId="3762795952" sldId="329"/>
        </pc:sldMkLst>
        <pc:spChg chg="mod">
          <ac:chgData name="Ricardo Fernandes" userId="cf37fd8b0d3c9e95" providerId="LiveId" clId="{A4F44D94-3E07-43B7-B685-2636B760A42E}" dt="2025-09-22T13:44:18.592" v="3792"/>
          <ac:spMkLst>
            <pc:docMk/>
            <pc:sldMk cId="3762795952" sldId="329"/>
            <ac:spMk id="2" creationId="{803AFCA5-CDAC-9FC8-27CE-ED99FA2754CE}"/>
          </ac:spMkLst>
        </pc:spChg>
        <pc:spChg chg="mod">
          <ac:chgData name="Ricardo Fernandes" userId="cf37fd8b0d3c9e95" providerId="LiveId" clId="{A4F44D94-3E07-43B7-B685-2636B760A42E}" dt="2025-09-18T15:10:55.117" v="680"/>
          <ac:spMkLst>
            <pc:docMk/>
            <pc:sldMk cId="3762795952" sldId="329"/>
            <ac:spMk id="9229" creationId="{9DFD2958-134F-2F9A-050A-8DE24B2E3BBB}"/>
          </ac:spMkLst>
        </pc:spChg>
        <pc:picChg chg="add mod">
          <ac:chgData name="Ricardo Fernandes" userId="cf37fd8b0d3c9e95" providerId="LiveId" clId="{A4F44D94-3E07-43B7-B685-2636B760A42E}" dt="2025-09-18T15:54:59.562" v="3519" actId="14100"/>
          <ac:picMkLst>
            <pc:docMk/>
            <pc:sldMk cId="3762795952" sldId="329"/>
            <ac:picMk id="11" creationId="{F63D019B-0A5F-FFF9-0596-2EAF86B83241}"/>
          </ac:picMkLst>
        </pc:picChg>
      </pc:sldChg>
      <pc:sldChg chg="addSp delSp modSp add mod">
        <pc:chgData name="Ricardo Fernandes" userId="cf37fd8b0d3c9e95" providerId="LiveId" clId="{A4F44D94-3E07-43B7-B685-2636B760A42E}" dt="2025-09-22T14:03:38.509" v="4519" actId="20577"/>
        <pc:sldMkLst>
          <pc:docMk/>
          <pc:sldMk cId="3788581776" sldId="330"/>
        </pc:sldMkLst>
        <pc:spChg chg="mod">
          <ac:chgData name="Ricardo Fernandes" userId="cf37fd8b0d3c9e95" providerId="LiveId" clId="{A4F44D94-3E07-43B7-B685-2636B760A42E}" dt="2025-09-22T13:44:15.635" v="3791"/>
          <ac:spMkLst>
            <pc:docMk/>
            <pc:sldMk cId="3788581776" sldId="330"/>
            <ac:spMk id="2" creationId="{50163DF5-FC9A-B5AF-97D2-D70542B8A2C1}"/>
          </ac:spMkLst>
        </pc:spChg>
        <pc:spChg chg="add mod">
          <ac:chgData name="Ricardo Fernandes" userId="cf37fd8b0d3c9e95" providerId="LiveId" clId="{A4F44D94-3E07-43B7-B685-2636B760A42E}" dt="2025-09-22T13:44:13.863" v="3790" actId="20577"/>
          <ac:spMkLst>
            <pc:docMk/>
            <pc:sldMk cId="3788581776" sldId="330"/>
            <ac:spMk id="4" creationId="{F9E4EC80-7DC0-EDDD-B9E2-D1B655C33F2A}"/>
          </ac:spMkLst>
        </pc:spChg>
        <pc:spChg chg="mod">
          <ac:chgData name="Ricardo Fernandes" userId="cf37fd8b0d3c9e95" providerId="LiveId" clId="{A4F44D94-3E07-43B7-B685-2636B760A42E}" dt="2025-09-22T14:03:38.509" v="4519" actId="20577"/>
          <ac:spMkLst>
            <pc:docMk/>
            <pc:sldMk cId="3788581776" sldId="330"/>
            <ac:spMk id="9229" creationId="{3F4FE6ED-EA2E-2A28-E9AF-BEDE8748CA82}"/>
          </ac:spMkLst>
        </pc:spChg>
        <pc:picChg chg="add mod">
          <ac:chgData name="Ricardo Fernandes" userId="cf37fd8b0d3c9e95" providerId="LiveId" clId="{A4F44D94-3E07-43B7-B685-2636B760A42E}" dt="2025-09-17T16:18:28.722" v="234" actId="1076"/>
          <ac:picMkLst>
            <pc:docMk/>
            <pc:sldMk cId="3788581776" sldId="330"/>
            <ac:picMk id="8" creationId="{2CD991F8-E9BC-2A86-5C61-A27B50FF40BB}"/>
          </ac:picMkLst>
        </pc:picChg>
      </pc:sldChg>
      <pc:sldChg chg="addSp delSp modSp add mod ord">
        <pc:chgData name="Ricardo Fernandes" userId="cf37fd8b0d3c9e95" providerId="LiveId" clId="{A4F44D94-3E07-43B7-B685-2636B760A42E}" dt="2025-09-22T14:00:46.210" v="4337" actId="123"/>
        <pc:sldMkLst>
          <pc:docMk/>
          <pc:sldMk cId="1467438607" sldId="331"/>
        </pc:sldMkLst>
        <pc:spChg chg="mod">
          <ac:chgData name="Ricardo Fernandes" userId="cf37fd8b0d3c9e95" providerId="LiveId" clId="{A4F44D94-3E07-43B7-B685-2636B760A42E}" dt="2025-09-22T13:42:20.227" v="3713"/>
          <ac:spMkLst>
            <pc:docMk/>
            <pc:sldMk cId="1467438607" sldId="331"/>
            <ac:spMk id="2" creationId="{0A70D3E8-7F74-A6B5-6EF4-4C6E5BD5466C}"/>
          </ac:spMkLst>
        </pc:spChg>
        <pc:spChg chg="add mod">
          <ac:chgData name="Ricardo Fernandes" userId="cf37fd8b0d3c9e95" providerId="LiveId" clId="{A4F44D94-3E07-43B7-B685-2636B760A42E}" dt="2025-09-22T14:00:46.210" v="4337" actId="123"/>
          <ac:spMkLst>
            <pc:docMk/>
            <pc:sldMk cId="1467438607" sldId="331"/>
            <ac:spMk id="4" creationId="{02D2289A-6B91-137F-F504-AC393517A999}"/>
          </ac:spMkLst>
        </pc:spChg>
        <pc:spChg chg="mod">
          <ac:chgData name="Ricardo Fernandes" userId="cf37fd8b0d3c9e95" providerId="LiveId" clId="{A4F44D94-3E07-43B7-B685-2636B760A42E}" dt="2025-09-18T15:12:24.177" v="720" actId="12"/>
          <ac:spMkLst>
            <pc:docMk/>
            <pc:sldMk cId="1467438607" sldId="331"/>
            <ac:spMk id="19" creationId="{A7FAC48C-6DA6-6CFB-5843-B5716147AFC0}"/>
          </ac:spMkLst>
        </pc:spChg>
      </pc:sldChg>
      <pc:sldChg chg="addSp delSp modSp add mod ord">
        <pc:chgData name="Ricardo Fernandes" userId="cf37fd8b0d3c9e95" providerId="LiveId" clId="{A4F44D94-3E07-43B7-B685-2636B760A42E}" dt="2025-09-22T13:43:14.896" v="3747"/>
        <pc:sldMkLst>
          <pc:docMk/>
          <pc:sldMk cId="2919819651" sldId="332"/>
        </pc:sldMkLst>
        <pc:spChg chg="mod">
          <ac:chgData name="Ricardo Fernandes" userId="cf37fd8b0d3c9e95" providerId="LiveId" clId="{A4F44D94-3E07-43B7-B685-2636B760A42E}" dt="2025-09-22T13:43:14.896" v="3747"/>
          <ac:spMkLst>
            <pc:docMk/>
            <pc:sldMk cId="2919819651" sldId="332"/>
            <ac:spMk id="2" creationId="{B99786F7-0CDF-B6F9-6C55-47F2C4AB74DE}"/>
          </ac:spMkLst>
        </pc:spChg>
        <pc:spChg chg="add mod">
          <ac:chgData name="Ricardo Fernandes" userId="cf37fd8b0d3c9e95" providerId="LiveId" clId="{A4F44D94-3E07-43B7-B685-2636B760A42E}" dt="2025-09-22T13:43:11.573" v="3746" actId="20577"/>
          <ac:spMkLst>
            <pc:docMk/>
            <pc:sldMk cId="2919819651" sldId="332"/>
            <ac:spMk id="4" creationId="{112F988C-2EB6-CA65-F9A1-B09F5A29BAA1}"/>
          </ac:spMkLst>
        </pc:spChg>
      </pc:sldChg>
      <pc:sldChg chg="addSp delSp modSp add mod ord">
        <pc:chgData name="Ricardo Fernandes" userId="cf37fd8b0d3c9e95" providerId="LiveId" clId="{A4F44D94-3E07-43B7-B685-2636B760A42E}" dt="2025-09-22T13:43:26.346" v="3758"/>
        <pc:sldMkLst>
          <pc:docMk/>
          <pc:sldMk cId="4095849931" sldId="333"/>
        </pc:sldMkLst>
        <pc:spChg chg="mod">
          <ac:chgData name="Ricardo Fernandes" userId="cf37fd8b0d3c9e95" providerId="LiveId" clId="{A4F44D94-3E07-43B7-B685-2636B760A42E}" dt="2025-09-22T13:43:26.346" v="3758"/>
          <ac:spMkLst>
            <pc:docMk/>
            <pc:sldMk cId="4095849931" sldId="333"/>
            <ac:spMk id="2" creationId="{A0E03201-0312-BC10-2119-126752E0B6C5}"/>
          </ac:spMkLst>
        </pc:spChg>
        <pc:spChg chg="mod">
          <ac:chgData name="Ricardo Fernandes" userId="cf37fd8b0d3c9e95" providerId="LiveId" clId="{A4F44D94-3E07-43B7-B685-2636B760A42E}" dt="2025-09-22T13:43:25.041" v="3757" actId="27636"/>
          <ac:spMkLst>
            <pc:docMk/>
            <pc:sldMk cId="4095849931" sldId="333"/>
            <ac:spMk id="4" creationId="{11C48316-363E-CF74-9280-07AFDA492775}"/>
          </ac:spMkLst>
        </pc:spChg>
        <pc:picChg chg="add mod">
          <ac:chgData name="Ricardo Fernandes" userId="cf37fd8b0d3c9e95" providerId="LiveId" clId="{A4F44D94-3E07-43B7-B685-2636B760A42E}" dt="2025-09-18T15:39:01.926" v="2620" actId="14100"/>
          <ac:picMkLst>
            <pc:docMk/>
            <pc:sldMk cId="4095849931" sldId="333"/>
            <ac:picMk id="10" creationId="{99A9D45D-3063-70FF-8099-41AF33B48EC5}"/>
          </ac:picMkLst>
        </pc:picChg>
        <pc:picChg chg="add mod">
          <ac:chgData name="Ricardo Fernandes" userId="cf37fd8b0d3c9e95" providerId="LiveId" clId="{A4F44D94-3E07-43B7-B685-2636B760A42E}" dt="2025-09-18T15:39:01.926" v="2620" actId="14100"/>
          <ac:picMkLst>
            <pc:docMk/>
            <pc:sldMk cId="4095849931" sldId="333"/>
            <ac:picMk id="12" creationId="{FA4E7729-00A3-BA4E-DDF7-23BD250D10FD}"/>
          </ac:picMkLst>
        </pc:picChg>
      </pc:sldChg>
      <pc:sldChg chg="addSp delSp modSp add del mod">
        <pc:chgData name="Ricardo Fernandes" userId="cf37fd8b0d3c9e95" providerId="LiveId" clId="{A4F44D94-3E07-43B7-B685-2636B760A42E}" dt="2025-09-22T13:43:32.590" v="3761"/>
        <pc:sldMkLst>
          <pc:docMk/>
          <pc:sldMk cId="1009392209" sldId="334"/>
        </pc:sldMkLst>
        <pc:spChg chg="mod">
          <ac:chgData name="Ricardo Fernandes" userId="cf37fd8b0d3c9e95" providerId="LiveId" clId="{A4F44D94-3E07-43B7-B685-2636B760A42E}" dt="2025-09-22T13:43:32.590" v="3761"/>
          <ac:spMkLst>
            <pc:docMk/>
            <pc:sldMk cId="1009392209" sldId="334"/>
            <ac:spMk id="2" creationId="{29ECCF24-4F66-D5B7-C759-D7EDA9AEEFB7}"/>
          </ac:spMkLst>
        </pc:spChg>
        <pc:spChg chg="mod">
          <ac:chgData name="Ricardo Fernandes" userId="cf37fd8b0d3c9e95" providerId="LiveId" clId="{A4F44D94-3E07-43B7-B685-2636B760A42E}" dt="2025-09-22T13:43:31.034" v="3760" actId="20577"/>
          <ac:spMkLst>
            <pc:docMk/>
            <pc:sldMk cId="1009392209" sldId="334"/>
            <ac:spMk id="4" creationId="{CB18D113-691E-35C4-0A7E-A378E69FD383}"/>
          </ac:spMkLst>
        </pc:spChg>
        <pc:picChg chg="add mod">
          <ac:chgData name="Ricardo Fernandes" userId="cf37fd8b0d3c9e95" providerId="LiveId" clId="{A4F44D94-3E07-43B7-B685-2636B760A42E}" dt="2025-09-18T15:42:57.178" v="2791" actId="1076"/>
          <ac:picMkLst>
            <pc:docMk/>
            <pc:sldMk cId="1009392209" sldId="334"/>
            <ac:picMk id="14" creationId="{0CD3030B-B1B8-42EB-D8BB-FCA4815292DA}"/>
          </ac:picMkLst>
        </pc:picChg>
      </pc:sldChg>
      <pc:sldChg chg="addSp delSp modSp add mod">
        <pc:chgData name="Ricardo Fernandes" userId="cf37fd8b0d3c9e95" providerId="LiveId" clId="{A4F44D94-3E07-43B7-B685-2636B760A42E}" dt="2025-09-22T13:43:40.262" v="3764"/>
        <pc:sldMkLst>
          <pc:docMk/>
          <pc:sldMk cId="3543190568" sldId="335"/>
        </pc:sldMkLst>
        <pc:spChg chg="mod">
          <ac:chgData name="Ricardo Fernandes" userId="cf37fd8b0d3c9e95" providerId="LiveId" clId="{A4F44D94-3E07-43B7-B685-2636B760A42E}" dt="2025-09-22T13:43:40.262" v="3764"/>
          <ac:spMkLst>
            <pc:docMk/>
            <pc:sldMk cId="3543190568" sldId="335"/>
            <ac:spMk id="2" creationId="{2D36FA9C-1916-E58E-605F-A6660DBA38D8}"/>
          </ac:spMkLst>
        </pc:spChg>
        <pc:spChg chg="mod">
          <ac:chgData name="Ricardo Fernandes" userId="cf37fd8b0d3c9e95" providerId="LiveId" clId="{A4F44D94-3E07-43B7-B685-2636B760A42E}" dt="2025-09-22T13:43:38.733" v="3763" actId="20577"/>
          <ac:spMkLst>
            <pc:docMk/>
            <pc:sldMk cId="3543190568" sldId="335"/>
            <ac:spMk id="4" creationId="{1C656101-A371-59A8-89BD-8D65790FF041}"/>
          </ac:spMkLst>
        </pc:spChg>
        <pc:picChg chg="add mod">
          <ac:chgData name="Ricardo Fernandes" userId="cf37fd8b0d3c9e95" providerId="LiveId" clId="{A4F44D94-3E07-43B7-B685-2636B760A42E}" dt="2025-09-18T15:45:23.993" v="2798" actId="1076"/>
          <ac:picMkLst>
            <pc:docMk/>
            <pc:sldMk cId="3543190568" sldId="335"/>
            <ac:picMk id="11" creationId="{7E295748-3E00-0316-DF37-E6D27E53307E}"/>
          </ac:picMkLst>
        </pc:picChg>
      </pc:sldChg>
      <pc:sldChg chg="addSp delSp modSp add mod">
        <pc:chgData name="Ricardo Fernandes" userId="cf37fd8b0d3c9e95" providerId="LiveId" clId="{A4F44D94-3E07-43B7-B685-2636B760A42E}" dt="2025-09-22T13:43:51.555" v="3770"/>
        <pc:sldMkLst>
          <pc:docMk/>
          <pc:sldMk cId="3400824654" sldId="336"/>
        </pc:sldMkLst>
        <pc:spChg chg="mod">
          <ac:chgData name="Ricardo Fernandes" userId="cf37fd8b0d3c9e95" providerId="LiveId" clId="{A4F44D94-3E07-43B7-B685-2636B760A42E}" dt="2025-09-22T13:43:51.555" v="3770"/>
          <ac:spMkLst>
            <pc:docMk/>
            <pc:sldMk cId="3400824654" sldId="336"/>
            <ac:spMk id="2" creationId="{4313DF6B-1BA3-20F6-2282-EA8778483A5A}"/>
          </ac:spMkLst>
        </pc:spChg>
        <pc:spChg chg="mod">
          <ac:chgData name="Ricardo Fernandes" userId="cf37fd8b0d3c9e95" providerId="LiveId" clId="{A4F44D94-3E07-43B7-B685-2636B760A42E}" dt="2025-09-22T13:43:47.190" v="3769" actId="20577"/>
          <ac:spMkLst>
            <pc:docMk/>
            <pc:sldMk cId="3400824654" sldId="336"/>
            <ac:spMk id="4" creationId="{21AADF35-5553-935C-814D-5F718528F45D}"/>
          </ac:spMkLst>
        </pc:spChg>
        <pc:picChg chg="add mod">
          <ac:chgData name="Ricardo Fernandes" userId="cf37fd8b0d3c9e95" providerId="LiveId" clId="{A4F44D94-3E07-43B7-B685-2636B760A42E}" dt="2025-09-18T15:48:24.204" v="2949" actId="1076"/>
          <ac:picMkLst>
            <pc:docMk/>
            <pc:sldMk cId="3400824654" sldId="336"/>
            <ac:picMk id="8" creationId="{411EBD7A-365C-8B54-FD7B-17C8FBC3AF86}"/>
          </ac:picMkLst>
        </pc:picChg>
      </pc:sldChg>
      <pc:sldChg chg="addSp delSp modSp add mod">
        <pc:chgData name="Ricardo Fernandes" userId="cf37fd8b0d3c9e95" providerId="LiveId" clId="{A4F44D94-3E07-43B7-B685-2636B760A42E}" dt="2025-09-22T13:44:02.178" v="3779"/>
        <pc:sldMkLst>
          <pc:docMk/>
          <pc:sldMk cId="679284598" sldId="337"/>
        </pc:sldMkLst>
        <pc:spChg chg="mod">
          <ac:chgData name="Ricardo Fernandes" userId="cf37fd8b0d3c9e95" providerId="LiveId" clId="{A4F44D94-3E07-43B7-B685-2636B760A42E}" dt="2025-09-22T13:44:02.178" v="3779"/>
          <ac:spMkLst>
            <pc:docMk/>
            <pc:sldMk cId="679284598" sldId="337"/>
            <ac:spMk id="2" creationId="{686B7A73-11A4-5E56-3C60-192C5426B7A9}"/>
          </ac:spMkLst>
        </pc:spChg>
        <pc:spChg chg="mod">
          <ac:chgData name="Ricardo Fernandes" userId="cf37fd8b0d3c9e95" providerId="LiveId" clId="{A4F44D94-3E07-43B7-B685-2636B760A42E}" dt="2025-09-22T13:44:00.267" v="3778" actId="20577"/>
          <ac:spMkLst>
            <pc:docMk/>
            <pc:sldMk cId="679284598" sldId="337"/>
            <ac:spMk id="4" creationId="{3EA4F8E2-8D42-4413-671C-B8F3C0C2C78B}"/>
          </ac:spMkLst>
        </pc:spChg>
        <pc:picChg chg="add mod">
          <ac:chgData name="Ricardo Fernandes" userId="cf37fd8b0d3c9e95" providerId="LiveId" clId="{A4F44D94-3E07-43B7-B685-2636B760A42E}" dt="2025-09-18T15:52:19.736" v="3167" actId="1076"/>
          <ac:picMkLst>
            <pc:docMk/>
            <pc:sldMk cId="679284598" sldId="337"/>
            <ac:picMk id="10" creationId="{47DD8996-C4F9-6313-B627-6307B1BF9515}"/>
          </ac:picMkLst>
        </pc:picChg>
      </pc:sldChg>
      <pc:sldChg chg="addSp delSp modSp add mod">
        <pc:chgData name="Ricardo Fernandes" userId="cf37fd8b0d3c9e95" providerId="LiveId" clId="{A4F44D94-3E07-43B7-B685-2636B760A42E}" dt="2025-09-22T14:13:59.204" v="4876" actId="123"/>
        <pc:sldMkLst>
          <pc:docMk/>
          <pc:sldMk cId="386374912" sldId="338"/>
        </pc:sldMkLst>
        <pc:spChg chg="add mod">
          <ac:chgData name="Ricardo Fernandes" userId="cf37fd8b0d3c9e95" providerId="LiveId" clId="{A4F44D94-3E07-43B7-B685-2636B760A42E}" dt="2025-09-22T14:13:59.204" v="4876" actId="123"/>
          <ac:spMkLst>
            <pc:docMk/>
            <pc:sldMk cId="386374912" sldId="338"/>
            <ac:spMk id="4" creationId="{9C0D981B-C175-C3D0-7BF4-09BD56D88234}"/>
          </ac:spMkLst>
        </pc:spChg>
        <pc:spChg chg="mod">
          <ac:chgData name="Ricardo Fernandes" userId="cf37fd8b0d3c9e95" providerId="LiveId" clId="{A4F44D94-3E07-43B7-B685-2636B760A42E}" dt="2025-09-22T13:49:44.419" v="3812" actId="20577"/>
          <ac:spMkLst>
            <pc:docMk/>
            <pc:sldMk cId="386374912" sldId="338"/>
            <ac:spMk id="9229" creationId="{AD73AEB9-FFA2-96CB-0BB6-F636BA906130}"/>
          </ac:spMkLst>
        </pc:spChg>
        <pc:picChg chg="del">
          <ac:chgData name="Ricardo Fernandes" userId="cf37fd8b0d3c9e95" providerId="LiveId" clId="{A4F44D94-3E07-43B7-B685-2636B760A42E}" dt="2025-09-22T13:49:39.638" v="3795" actId="478"/>
          <ac:picMkLst>
            <pc:docMk/>
            <pc:sldMk cId="386374912" sldId="338"/>
            <ac:picMk id="8" creationId="{782938C9-E634-1B3C-F64C-0ABE2241521B}"/>
          </ac:picMkLst>
        </pc:picChg>
        <pc:picChg chg="add mod">
          <ac:chgData name="Ricardo Fernandes" userId="cf37fd8b0d3c9e95" providerId="LiveId" clId="{A4F44D94-3E07-43B7-B685-2636B760A42E}" dt="2025-09-22T13:54:37.074" v="3950" actId="1076"/>
          <ac:picMkLst>
            <pc:docMk/>
            <pc:sldMk cId="386374912" sldId="338"/>
            <ac:picMk id="10" creationId="{12F4880B-6CDE-4790-6306-347A61D55044}"/>
          </ac:picMkLst>
        </pc:picChg>
      </pc:sldChg>
      <pc:sldChg chg="addSp delSp modSp add mod">
        <pc:chgData name="Ricardo Fernandes" userId="cf37fd8b0d3c9e95" providerId="LiveId" clId="{A4F44D94-3E07-43B7-B685-2636B760A42E}" dt="2025-09-22T14:13:55.436" v="4875" actId="123"/>
        <pc:sldMkLst>
          <pc:docMk/>
          <pc:sldMk cId="4070555994" sldId="339"/>
        </pc:sldMkLst>
        <pc:spChg chg="mod">
          <ac:chgData name="Ricardo Fernandes" userId="cf37fd8b0d3c9e95" providerId="LiveId" clId="{A4F44D94-3E07-43B7-B685-2636B760A42E}" dt="2025-09-22T14:13:55.436" v="4875" actId="123"/>
          <ac:spMkLst>
            <pc:docMk/>
            <pc:sldMk cId="4070555994" sldId="339"/>
            <ac:spMk id="4" creationId="{D853260F-1629-5D05-0771-351E4582E5C9}"/>
          </ac:spMkLst>
        </pc:spChg>
        <pc:picChg chg="add del mod">
          <ac:chgData name="Ricardo Fernandes" userId="cf37fd8b0d3c9e95" providerId="LiveId" clId="{A4F44D94-3E07-43B7-B685-2636B760A42E}" dt="2025-09-22T14:11:55.992" v="4755" actId="478"/>
          <ac:picMkLst>
            <pc:docMk/>
            <pc:sldMk cId="4070555994" sldId="339"/>
            <ac:picMk id="8" creationId="{A34A2BCD-F98F-62D4-ADAE-16B75ED16597}"/>
          </ac:picMkLst>
        </pc:picChg>
        <pc:picChg chg="del">
          <ac:chgData name="Ricardo Fernandes" userId="cf37fd8b0d3c9e95" providerId="LiveId" clId="{A4F44D94-3E07-43B7-B685-2636B760A42E}" dt="2025-09-22T13:58:44.258" v="4288" actId="478"/>
          <ac:picMkLst>
            <pc:docMk/>
            <pc:sldMk cId="4070555994" sldId="339"/>
            <ac:picMk id="10" creationId="{947B2B0A-C078-CA3E-798A-23E4DD2A5A6C}"/>
          </ac:picMkLst>
        </pc:picChg>
        <pc:picChg chg="add del">
          <ac:chgData name="Ricardo Fernandes" userId="cf37fd8b0d3c9e95" providerId="LiveId" clId="{A4F44D94-3E07-43B7-B685-2636B760A42E}" dt="2025-09-22T14:11:34.443" v="4740" actId="478"/>
          <ac:picMkLst>
            <pc:docMk/>
            <pc:sldMk cId="4070555994" sldId="339"/>
            <ac:picMk id="12" creationId="{DBA6231E-D73B-17AF-3CFA-9689E34A5932}"/>
          </ac:picMkLst>
        </pc:picChg>
        <pc:picChg chg="add mod">
          <ac:chgData name="Ricardo Fernandes" userId="cf37fd8b0d3c9e95" providerId="LiveId" clId="{A4F44D94-3E07-43B7-B685-2636B760A42E}" dt="2025-09-22T14:13:49.332" v="4871" actId="1076"/>
          <ac:picMkLst>
            <pc:docMk/>
            <pc:sldMk cId="4070555994" sldId="339"/>
            <ac:picMk id="15" creationId="{C3D84AAD-DDB8-10D0-D738-98D1A149ECF0}"/>
          </ac:picMkLst>
        </pc:picChg>
      </pc:sldChg>
      <pc:sldChg chg="modSp add mod">
        <pc:chgData name="Ricardo Fernandes" userId="cf37fd8b0d3c9e95" providerId="LiveId" clId="{A4F44D94-3E07-43B7-B685-2636B760A42E}" dt="2025-09-22T14:02:32.171" v="4499" actId="20577"/>
        <pc:sldMkLst>
          <pc:docMk/>
          <pc:sldMk cId="1421472424" sldId="340"/>
        </pc:sldMkLst>
        <pc:spChg chg="mod">
          <ac:chgData name="Ricardo Fernandes" userId="cf37fd8b0d3c9e95" providerId="LiveId" clId="{A4F44D94-3E07-43B7-B685-2636B760A42E}" dt="2025-09-22T14:02:32.171" v="4499" actId="20577"/>
          <ac:spMkLst>
            <pc:docMk/>
            <pc:sldMk cId="1421472424" sldId="340"/>
            <ac:spMk id="19" creationId="{3072EFB9-A7BA-FD67-E0B9-92326811007F}"/>
          </ac:spMkLst>
        </pc:spChg>
        <pc:spChg chg="mod">
          <ac:chgData name="Ricardo Fernandes" userId="cf37fd8b0d3c9e95" providerId="LiveId" clId="{A4F44D94-3E07-43B7-B685-2636B760A42E}" dt="2025-09-22T14:01:03.481" v="4353" actId="20577"/>
          <ac:spMkLst>
            <pc:docMk/>
            <pc:sldMk cId="1421472424" sldId="340"/>
            <ac:spMk id="9229" creationId="{BC99A672-75CB-3480-3D0B-751C42A12185}"/>
          </ac:spMkLst>
        </pc:spChg>
      </pc:sldChg>
      <pc:sldChg chg="delSp modSp add mod">
        <pc:chgData name="Ricardo Fernandes" userId="cf37fd8b0d3c9e95" providerId="LiveId" clId="{A4F44D94-3E07-43B7-B685-2636B760A42E}" dt="2025-09-22T14:11:51.610" v="4752" actId="20577"/>
        <pc:sldMkLst>
          <pc:docMk/>
          <pc:sldMk cId="670571274" sldId="341"/>
        </pc:sldMkLst>
        <pc:spChg chg="mod">
          <ac:chgData name="Ricardo Fernandes" userId="cf37fd8b0d3c9e95" providerId="LiveId" clId="{A4F44D94-3E07-43B7-B685-2636B760A42E}" dt="2025-09-22T14:11:51.610" v="4752" actId="20577"/>
          <ac:spMkLst>
            <pc:docMk/>
            <pc:sldMk cId="670571274" sldId="341"/>
            <ac:spMk id="4" creationId="{C8A9F47D-3612-7A12-E0CF-A0BCF12DAF2C}"/>
          </ac:spMkLst>
        </pc:spChg>
        <pc:picChg chg="mod">
          <ac:chgData name="Ricardo Fernandes" userId="cf37fd8b0d3c9e95" providerId="LiveId" clId="{A4F44D94-3E07-43B7-B685-2636B760A42E}" dt="2025-09-22T14:11:51.121" v="4751" actId="1076"/>
          <ac:picMkLst>
            <pc:docMk/>
            <pc:sldMk cId="670571274" sldId="341"/>
            <ac:picMk id="8" creationId="{2FE82911-AB1D-3448-B597-F6C1A6C5F376}"/>
          </ac:picMkLst>
        </pc:picChg>
        <pc:picChg chg="del">
          <ac:chgData name="Ricardo Fernandes" userId="cf37fd8b0d3c9e95" providerId="LiveId" clId="{A4F44D94-3E07-43B7-B685-2636B760A42E}" dt="2025-09-22T14:11:44.274" v="4745" actId="478"/>
          <ac:picMkLst>
            <pc:docMk/>
            <pc:sldMk cId="670571274" sldId="341"/>
            <ac:picMk id="15" creationId="{56012FBA-3866-B6C6-301C-17AE2DA64B7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22/09/2025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22/09/2025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D545E-D36A-4832-938A-2ECADA69E4C6}" type="slidenum">
              <a:rPr lang="pt-PT" smtClean="0"/>
              <a:pPr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4038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19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248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822C8-2B12-86D9-DDA5-8508526FA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E961C98-3DAB-CCAC-BB70-C424D34897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EC25C7D6-082E-9475-A82A-060FF2B788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8FB232B-0D2B-CF3C-4193-6E149A0FC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15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BDE9F-BCBF-7F96-D06E-FCFFB1112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FF2B5A9-8EF0-0044-3187-C528A82007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6EFE207-A0A8-2E7F-77F0-9BE59C5D6C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001EEEB-B9AC-BE40-AE00-8DA3F4BB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249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57B58-7F12-E974-35D7-A97B050E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F9B647F-D7DD-22E7-B237-C9E67E61C8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1F15984-CB36-3D54-BE88-260B1ACAE1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DA233CD9-A055-25C4-0854-6380FB8E97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869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8757E-0914-3CBD-E951-F93A71FDE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155DFAE-9E54-1A07-5383-F6BABEF731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D2EBD5D-6BE0-32F5-AAB8-5B8B71E422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728E3F5-1686-63CA-10C2-DCD7BDF520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777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BA2D2-1649-A816-30AE-D6AED525D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5AC4CB8-4CDA-9A52-3F40-B63EAABC40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EA00685D-D9C5-945B-318F-3D4D3D95C7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E4E1863-C4FA-3ECB-8A14-230D15DC36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900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127A2-CD57-CAD2-CCB9-B3DB1BDD4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510E428-C53C-5692-D04F-7FC0DF7AB2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301A1ED-59DC-1A20-66D8-0F4C14A488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11FE3D8-C3DD-ACDC-3C3C-D3D25428F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1925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BA75B-0432-DC59-4879-34A9F2A7D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3F1FC55-B3C1-EA62-28E9-D917F8CC2C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A0D11F2-5035-C02F-DA0B-4A19C8475F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165C28C-3F42-0051-E96C-10EECA817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436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BBEE4-D15E-EB52-E8C3-0646FF54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63E5478-0CA6-E2E9-2489-82BA33E9A8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1A05106-28A8-9AB7-0D36-859518A062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9CF73DB-65E5-4812-C487-9720B1A54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43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AD700-B2CF-CD36-6078-91C1A7965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BEEFAD7-91C5-D601-4479-E2F656F3BE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6448693-8E79-98D5-B75D-11BCC29E87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90F6281-B98F-4DA6-24A9-0E4D98B2CE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9414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D9B68-EA60-66C8-3330-4EAB8BCA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F20CCEE0-D82E-55D6-65FB-8D974EA448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4C5E9D3-53A7-7F1B-094B-AE202B8667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BD2FD01-7A89-E4F7-3E3B-A5E4AEF1EA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1912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F3208-A1DC-F50E-2D74-1671936D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515C9E8-9DF5-3502-036D-6E72A2872F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B9290D2-145F-3DE7-FCD5-1779F8609C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78BB882-6D6F-5E44-A17D-8673C8AA5D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536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2AB7D-EEC2-D654-C864-3E812F4F5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1CFAD60-4BA5-3479-0CE3-2DAE4DE294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0B4F0B0-3109-CCAD-D85B-09AF997B2C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BC0DE04-98EE-C67F-7905-F434FDDDAA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5748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471BB-7B10-92A3-BB4F-FA8426CF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EF48EA6-E749-6550-F8CE-0953AFFEC2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904CBAC-61BF-B88C-3D36-915E1D699F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2774FC75-133D-6E30-709F-66ACC0481B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9260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6B46B-EF91-2462-8C2E-A4B6ECF3B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2C8D4E7E-8D17-FDFD-807B-63DB10FAA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B84D0C5-DDE3-2134-D371-B7F566583D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609A09D-9EED-6AE2-2591-F074C180DA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87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A5C7B-EF90-CB17-BF38-725F92F4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0C7F3F2-1D6E-27B5-408C-60E2B608BF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2804458-E4F6-33A6-6FEF-F3394FABBA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3E2CEB7-0C15-D7B8-14CD-1CC5845690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1412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8845A-78A3-8A4B-079B-07354871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EE8E6EB-CA6A-F8AA-F0A8-B9AC0D55A9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CC8AC52-C22F-381D-08C8-90F295F01D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4E02FF5-5E26-CE6D-15B1-E65C0A3FE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8749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84B92-70AE-A801-9A56-AD58D6F57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1ECB6F4-26E7-1C3A-79E2-26A0493236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9E8F994-98FA-EE7A-C9E2-BBEC17947C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4ED05A8-4341-42D4-2230-854D4CA4C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9699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D9CCF-5075-47A5-6EBF-24D04F078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D2C4E61-7229-3487-16A0-E6B9137D28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6CD6D3B-D464-E650-156D-37FB05D64A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83A7136-4376-1A26-0059-8803183FD4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3666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DE943-0ABE-1655-C35E-AE2DE57E0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56FCD9F-66DF-75F7-B46E-211D970E9E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9364DB8-B7AC-51E3-25B0-3284F0DB50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8D4807B-4E84-1892-9808-7E4CC8B8F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6390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99AAA-DA14-99F5-EA9B-10FD6B06A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B6BE235-DCA0-F336-33F0-1EFA5B3203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E662B20F-83A1-C30D-233C-47F00EA197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23ED0B9D-AE7E-ABBF-3820-2552B5C9D1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450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64460-BF0E-5A23-251C-87BBAEDF6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D89C9CC-3B56-CD68-FE02-D48C140AB4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19F8786-52CF-732A-053E-4FC9657962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1424C40-6877-B856-2471-7E022F6DE6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512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CA8B5-B321-3144-C2B1-4EC8BA4F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4AADDD1-A16B-58C8-521E-DED5A9DC29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F23FFF5-D74B-9F47-0227-EF0023C4C3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CF7EE77-2F93-F4AE-4A94-15EA265ED9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4823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890F6-00E1-FCB4-43EC-969730B0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3AB6DC2-B00A-A12D-4230-A60A5D9C1B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6B16B91-9A93-B0AD-8009-F51FE1D6B9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558A9BA-BDF8-51F4-35A7-AA446D2850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410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FC2E2-88D7-56B2-7D9C-24DEFD3F6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A785C98C-0A9E-03E5-BBAE-5D02C7E6AA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8243CF4-B162-E469-AA87-92380E86CF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434ACD9-896F-FBFE-9BE6-B3C52C52B8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2151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EFBA7-900A-866B-8A63-17C8F8AB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35FD4B8-869A-D2B1-C675-ACD45C548C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74B73A8-FEE8-72B6-04DC-5056DA9B15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02DA5EC-476C-5FF2-E610-A5D96A6C8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5670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4286A-C943-0F62-D74E-94665F945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EA9329B-CDAD-5B34-A834-14114FBA9A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C05B4AA-70ED-8828-A03D-AAC7AEB66A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F877B86-5B00-0D4A-D6E1-56D4E0C3C4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5643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56DA6-E32D-B4CB-CA73-173206A0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21CA73C-1982-2FA3-C5DC-98607C9885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6BAB3F8-A2B9-30A0-D97C-ABF94680F1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0E991E1-FBA2-4738-B31D-2D392162A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4103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75063-13DA-418A-65EE-35BB81EB2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845B75D-4329-463D-EF62-0432C2C032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2013F35-C8CD-E0E8-52E9-647E16E675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A65263F-3CA5-642F-88F4-4F72CC689F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0570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pt-PT" dirty="0">
                <a:latin typeface="Arial" pitchFamily="34" charset="0"/>
              </a:rPr>
              <a:t>Tiago (acabar referencias)</a:t>
            </a:r>
          </a:p>
        </p:txBody>
      </p:sp>
    </p:spTree>
    <p:extLst>
      <p:ext uri="{BB962C8B-B14F-4D97-AF65-F5344CB8AC3E}">
        <p14:creationId xmlns:p14="http://schemas.microsoft.com/office/powerpoint/2010/main" val="93111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ui.vision/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hyperlink" Target="https://ui.vision/ai/computerus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hyperlink" Target="https://ui.vision/rpa#cm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ui.vision/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ui.vision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ui.vision/ai/computeruse" TargetMode="External"/><Relationship Id="rId4" Type="http://schemas.openxmlformats.org/officeDocument/2006/relationships/hyperlink" Target="https://ui.vision/rpa#cmd" TargetMode="External"/><Relationship Id="rId9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416"/>
            <a:ext cx="10007600" cy="701941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28800" y="2405971"/>
            <a:ext cx="5486400" cy="552329"/>
          </a:xfrm>
        </p:spPr>
        <p:txBody>
          <a:bodyPr>
            <a:normAutofit/>
          </a:bodyPr>
          <a:lstStyle/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INTEGRAÇÃO DE </a:t>
            </a:r>
            <a:r>
              <a:rPr lang="pt-PT" sz="25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SISTEMAS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4110735"/>
            <a:ext cx="5143500" cy="404742"/>
          </a:xfrm>
        </p:spPr>
        <p:txBody>
          <a:bodyPr>
            <a:normAutofit fontScale="77500" lnSpcReduction="20000"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Instalar a extensão </a:t>
            </a:r>
            <a:r>
              <a:rPr lang="pt-PT" b="1" dirty="0" err="1">
                <a:solidFill>
                  <a:schemeClr val="bg1"/>
                </a:solidFill>
              </a:rPr>
              <a:t>UI.Vision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62000" y="6394330"/>
            <a:ext cx="8191499" cy="40474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</a:t>
            </a:r>
            <a:r>
              <a:rPr lang="pt-PT" sz="1100" dirty="0">
                <a:highlight>
                  <a:srgbClr val="FFFF00"/>
                </a:highlight>
                <a:latin typeface="Arial" charset="0"/>
                <a:ea typeface="Arial" charset="0"/>
                <a:cs typeface="Arial" charset="0"/>
              </a:rPr>
              <a:t>INTEGRAÇÃO DE SISTEMAS </a:t>
            </a:r>
            <a:r>
              <a:rPr lang="pt-PT" sz="11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6D890E14-880C-4963-9EA0-EE9200F689F8}"/>
              </a:ext>
            </a:extLst>
          </p:cNvPr>
          <p:cNvSpPr txBox="1">
            <a:spLocks/>
          </p:cNvSpPr>
          <p:nvPr/>
        </p:nvSpPr>
        <p:spPr>
          <a:xfrm>
            <a:off x="892549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31394 – Filipe Fernandes f.ricardo.fernandes@ipvc.pt</a:t>
            </a:r>
          </a:p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32427 – Hélder Silva helder.silva@ipvc.pt</a:t>
            </a: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5" y="5615784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49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Orientadores: </a:t>
            </a:r>
          </a:p>
          <a:p>
            <a:pPr algn="l"/>
            <a:r>
              <a:rPr lang="pt-PT" sz="49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Jorge Ribeiro , Jackson Barreto</a:t>
            </a: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2F2A86-A50E-0283-3B8A-EB9B059E210D}"/>
              </a:ext>
            </a:extLst>
          </p:cNvPr>
          <p:cNvSpPr txBox="1"/>
          <p:nvPr/>
        </p:nvSpPr>
        <p:spPr>
          <a:xfrm>
            <a:off x="838200" y="1273976"/>
            <a:ext cx="9266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Licenciatura em ENGENHARIA INFORMÁTICA / </a:t>
            </a:r>
            <a:r>
              <a:rPr lang="pt-PT" sz="1800" b="1" u="sng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Degree</a:t>
            </a:r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Informatics</a:t>
            </a:r>
            <a:r>
              <a:rPr lang="pt-PT" sz="1800" b="1" cap="all" dirty="0">
                <a:solidFill>
                  <a:srgbClr val="FFFF00"/>
                </a:solidFill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engineering</a:t>
            </a:r>
            <a:endParaRPr lang="pt-PT" dirty="0">
              <a:solidFill>
                <a:srgbClr val="FFFF00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331B8A6-B954-F04D-0378-7F3DD744E30A}"/>
              </a:ext>
            </a:extLst>
          </p:cNvPr>
          <p:cNvSpPr txBox="1">
            <a:spLocks/>
          </p:cNvSpPr>
          <p:nvPr/>
        </p:nvSpPr>
        <p:spPr>
          <a:xfrm>
            <a:off x="1981200" y="3267584"/>
            <a:ext cx="5486400" cy="552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Trabalho Prático N.º 1</a:t>
            </a: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Índice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pt-PT" dirty="0">
                <a:latin typeface="Arial" pitchFamily="34" charset="0"/>
                <a:cs typeface="Arial" pitchFamily="34" charset="0"/>
              </a:rPr>
              <a:t>1. 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Objetivos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2. 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Instalar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UI.Vision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endParaRPr lang="pt-PT" sz="18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3. 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Funcionalidades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UI.Vision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4. Criação de Macro através do UI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5. Macro através de JSON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6.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Bibliografia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Referências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Web </a:t>
            </a:r>
          </a:p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Objetivos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C81234EF-9547-362F-1578-3693075CA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Instalar a extensão para browser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UI.Vision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Extrair dados dos alunos colocados na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Universide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de Aveiro para um ficheiro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csv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1421472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E1E6F-418C-1815-C40A-F776D7081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3B842CB-6773-7792-97F6-7A6101CDA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7828F57-F7D1-4702-3C83-1E5C79AD5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878AFAFF-7EC3-FA50-6420-1222445ED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Instalar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UI.Vision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FC382BD-73D9-1E3C-A388-B2EF20AE5B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13BE49FD-D7E4-4A86-E24A-BEA54C758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E4D3D17-579F-80A3-C5BB-60FF32904EDE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8524CC1-FD2D-C339-4C3C-D6780C55A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D638C21-63B3-F25C-BAA2-7898B1CF6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E2C81D1-D66D-82AD-42CF-B96DD984B6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387AA406-374F-3D4A-E0CB-191434E658C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C52D15A-EEB5-D6ED-5C1D-9DC240635B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71566DC3-7B0D-C531-40B1-E6FEAF827D3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5ECDB32-A57D-FBE2-2464-CC3F572A16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5" y="1260335"/>
            <a:ext cx="8424868" cy="4179230"/>
          </a:xfrm>
          <a:prstGeom prst="rect">
            <a:avLst/>
          </a:prstGeom>
        </p:spPr>
      </p:pic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0670741A-FDE1-42F3-C828-56B77A5EBFE3}"/>
              </a:ext>
            </a:extLst>
          </p:cNvPr>
          <p:cNvSpPr txBox="1">
            <a:spLocks/>
          </p:cNvSpPr>
          <p:nvPr/>
        </p:nvSpPr>
        <p:spPr>
          <a:xfrm>
            <a:off x="152401" y="4343400"/>
            <a:ext cx="8686800" cy="196595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400" dirty="0">
                <a:latin typeface="Arial" pitchFamily="34" charset="0"/>
                <a:cs typeface="Arial" pitchFamily="34" charset="0"/>
              </a:rPr>
              <a:t>A extensão </a:t>
            </a:r>
            <a:r>
              <a:rPr lang="pt-PT" sz="2400" dirty="0" err="1">
                <a:latin typeface="Arial" pitchFamily="34" charset="0"/>
                <a:cs typeface="Arial" pitchFamily="34" charset="0"/>
              </a:rPr>
              <a:t>UI.Vision</a:t>
            </a:r>
            <a:r>
              <a:rPr lang="pt-PT" sz="2400" dirty="0">
                <a:latin typeface="Arial" pitchFamily="34" charset="0"/>
                <a:cs typeface="Arial" pitchFamily="34" charset="0"/>
              </a:rPr>
              <a:t> encontra-se </a:t>
            </a:r>
            <a:r>
              <a:rPr lang="pt-PT" sz="2400" dirty="0" err="1">
                <a:latin typeface="Arial" pitchFamily="34" charset="0"/>
                <a:cs typeface="Arial" pitchFamily="34" charset="0"/>
              </a:rPr>
              <a:t>disponiveis</a:t>
            </a:r>
            <a:r>
              <a:rPr lang="pt-PT" sz="2400" dirty="0">
                <a:latin typeface="Arial" pitchFamily="34" charset="0"/>
                <a:cs typeface="Arial" pitchFamily="34" charset="0"/>
              </a:rPr>
              <a:t> para Chrome, </a:t>
            </a:r>
            <a:r>
              <a:rPr lang="pt-PT" sz="2400" dirty="0" err="1">
                <a:latin typeface="Arial" pitchFamily="34" charset="0"/>
                <a:cs typeface="Arial" pitchFamily="34" charset="0"/>
              </a:rPr>
              <a:t>Edge</a:t>
            </a:r>
            <a:r>
              <a:rPr lang="pt-PT" sz="2400" dirty="0">
                <a:latin typeface="Arial" pitchFamily="34" charset="0"/>
                <a:cs typeface="Arial" pitchFamily="34" charset="0"/>
              </a:rPr>
              <a:t> e Firefox.</a:t>
            </a:r>
          </a:p>
          <a:p>
            <a:pPr>
              <a:lnSpc>
                <a:spcPct val="200000"/>
              </a:lnSpc>
              <a:spcBef>
                <a:spcPct val="20000"/>
              </a:spcBef>
            </a:pPr>
            <a:r>
              <a:rPr lang="pt-PT" sz="1100" dirty="0">
                <a:latin typeface="Arial" pitchFamily="34" charset="0"/>
                <a:cs typeface="Arial" pitchFamily="34" charset="0"/>
              </a:rPr>
              <a:t>Fonte: </a:t>
            </a:r>
            <a:r>
              <a:rPr lang="pt-PT" sz="1100" dirty="0">
                <a:latin typeface="Arial" pitchFamily="34" charset="0"/>
                <a:cs typeface="Arial" pitchFamily="34" charset="0"/>
                <a:hlinkClick r:id="rId8"/>
              </a:rPr>
              <a:t>https://ui.vision/</a:t>
            </a:r>
            <a:r>
              <a:rPr lang="pt-PT" sz="1100" dirty="0">
                <a:latin typeface="Arial" pitchFamily="34" charset="0"/>
                <a:cs typeface="Arial" pitchFamily="34" charset="0"/>
              </a:rPr>
              <a:t> 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90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F4069-EB32-633F-7396-FCE5364D7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9E3BE24-2ABE-3C9B-176A-B8F8832F5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98F5ADA8-9AB4-5952-9DD6-63E8C7D94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4D62499-EF67-90F6-8F28-0D628984C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Instalar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UI.Vision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BAC749D-6100-B720-160D-09FB9D83A8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CA24B55F-EE3F-8F22-5737-E354586FB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5061A93-C1EC-30D1-D84A-20490F487CEE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7DF3D3E-BA00-9A9B-0479-CB594434C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1D95FF6-5CA6-77AB-EB5F-AF7213FBE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986A4C8-F1EC-B6AF-7BD3-5D703133DA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71EB2D1-9DBD-275D-A6B4-DCF3209D18F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76DDDC4-6392-79BC-0387-CC1355FEBB3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1625F7ED-1F8F-AF04-6712-F73D4E9CB94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BF801F8-7F9A-3708-3DC2-F8E023D22B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345" y="1517751"/>
            <a:ext cx="8437983" cy="417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24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BD782-EAE7-41C2-082E-3F33D0D11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B044E015-59D1-7F08-323E-F40E77CF4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97181DF2-938F-999C-D39B-62AE15E98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6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D73AEB9-FFA2-96CB-0BB6-F636BA906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Funcionalidades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UI.Vision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C1FD103-E5B7-F3A1-3678-4FA762D9D9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AA414847-EACD-4DC8-535B-6AA510E6B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FC9B219-95E5-C133-62D5-F3CC03B53457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5AE88FB-103B-7793-9310-C4B4BD62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3161A5E-173B-7B3D-0CE1-6312F1CAD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8E74D01-3AF9-E56A-CF66-6B3779BDC1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076BC27-6AB6-F222-DA40-19763E2B53F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A50DC4C-618E-B723-6AE6-170EB1F0704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146B5536-F7FC-5AB1-959C-FA59F84D16C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9C0D981B-C175-C3D0-7BF4-09BD56D88234}"/>
              </a:ext>
            </a:extLst>
          </p:cNvPr>
          <p:cNvSpPr txBox="1">
            <a:spLocks/>
          </p:cNvSpPr>
          <p:nvPr/>
        </p:nvSpPr>
        <p:spPr>
          <a:xfrm>
            <a:off x="250825" y="1273745"/>
            <a:ext cx="8664575" cy="4680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Automatização Web : Criar macros que permitem simular ações diretamente no browser.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Automatização Desktop : Permite controlar programas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Windows,MacOS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ou Linux.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2F4880B-6CDE-4790-6306-347A61D550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04" y="1180042"/>
            <a:ext cx="9014192" cy="145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74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39815-30BD-C918-DA1B-044D7A8F5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CE5B8FE-79D7-D434-C8F1-68854139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A70D5F5-6D29-5579-D885-9C79DFD05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7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811D73AB-A36E-9700-A13F-2C5A5CCD3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Funcionalidades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UI.Vision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FCD6CDD9-A2E0-C010-21E4-8D4AB4DD9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59C679F1-EEB8-DA80-1FF8-F2CD3EE19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E2A7CEC1-824D-429F-8557-727D8D47C0D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D6358F0-BAEE-CAD0-6E71-0103DDCD5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E7D0C8D-E388-D825-EF42-30716518B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2C51AFD-05FB-5C9E-513D-F2FF44F358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FD7B384B-F026-EE74-5F52-C4857F573EC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E39D7A4-F262-14BF-6C71-CBDAA935D2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6BAF974B-B658-A682-B774-E486F0CC0075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D853260F-1629-5D05-0771-351E4582E5C9}"/>
              </a:ext>
            </a:extLst>
          </p:cNvPr>
          <p:cNvSpPr txBox="1">
            <a:spLocks/>
          </p:cNvSpPr>
          <p:nvPr/>
        </p:nvSpPr>
        <p:spPr>
          <a:xfrm>
            <a:off x="250825" y="1273745"/>
            <a:ext cx="8664575" cy="51208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AIComputerUser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: Permite ao robot simular ações do utilizador através de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screenshots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e reconhecimento de imagem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. A extensão possibilita testar um demo para o jogo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Tic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Tac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Toe.</a:t>
            </a: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900" dirty="0">
                <a:latin typeface="Arial" pitchFamily="34" charset="0"/>
                <a:cs typeface="Arial" pitchFamily="34" charset="0"/>
              </a:rPr>
              <a:t>Fonte: </a:t>
            </a:r>
            <a:r>
              <a:rPr lang="pt-PT" sz="900" dirty="0">
                <a:latin typeface="Arial" pitchFamily="34" charset="0"/>
                <a:cs typeface="Arial" pitchFamily="34" charset="0"/>
                <a:hlinkClick r:id="rId7"/>
              </a:rPr>
              <a:t>https://ui.vision/ai/computeruse</a:t>
            </a:r>
            <a:endParaRPr lang="pt-PT" sz="9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R="0" lvl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R="0" lvl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3D84AAD-DDB8-10D0-D738-98D1A149EC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8798" y="3017944"/>
            <a:ext cx="4392613" cy="278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555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4B52A-A174-144A-FA0E-4C9888BAC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E7B749D-FDBC-00D9-4A8C-4CCDD86D8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DEFD699-DCCA-1302-6B40-A8D152EC1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8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FB290DE-C696-AC77-428E-446114290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Funcionalidades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UI.Vision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A9E32AA-2695-498A-8BDF-9609538C4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AD40EA2E-6FCF-DE00-41FD-11880CF13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E7AABFDF-7928-91F9-F870-6CAE700666D7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7FE044-4F52-73AD-ED72-3DE83E7F2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6C89B7F-E9D8-3948-4C23-7B4CE13BE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DB663E3-A45B-1DED-4586-0DC06E5918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78887B6-27F8-6DE0-181A-5D6479D9DB26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E57FBD-0EEF-C695-F7E2-9467662B1A8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01E078A5-36E2-C181-C51E-46243C813A1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C8A9F47D-3612-7A12-E0CF-A0BCF12DAF2C}"/>
              </a:ext>
            </a:extLst>
          </p:cNvPr>
          <p:cNvSpPr txBox="1">
            <a:spLocks/>
          </p:cNvSpPr>
          <p:nvPr/>
        </p:nvSpPr>
        <p:spPr>
          <a:xfrm>
            <a:off x="250825" y="1273745"/>
            <a:ext cx="8664575" cy="5120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 err="1">
                <a:latin typeface="Arial" pitchFamily="34" charset="0"/>
                <a:cs typeface="Arial" pitchFamily="34" charset="0"/>
              </a:rPr>
              <a:t>Command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Line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API</a:t>
            </a: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R="0" lvl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R="0" lvl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900" dirty="0">
                <a:latin typeface="Arial" pitchFamily="34" charset="0"/>
                <a:cs typeface="Arial" pitchFamily="34" charset="0"/>
              </a:rPr>
              <a:t>Fonte: </a:t>
            </a:r>
            <a:r>
              <a:rPr lang="pt-PT" sz="900" dirty="0">
                <a:latin typeface="Arial" pitchFamily="34" charset="0"/>
                <a:cs typeface="Arial" pitchFamily="34" charset="0"/>
                <a:hlinkClick r:id="rId7"/>
              </a:rPr>
              <a:t>https://ui.vision/rpa#cmd</a:t>
            </a:r>
            <a:endParaRPr kumimoji="0" lang="pt-PT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FE82911-AB1D-3448-B597-F6C1A6C5F3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388" y="1930684"/>
            <a:ext cx="8153400" cy="164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71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8C010-D728-0FFE-DF89-24BBABE2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393F226-51DA-683A-92BB-91D8D40AD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DD7934C-226A-4D4D-D7E6-4A19061E6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9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90AB666E-2D61-DF6A-8397-D97F64CEA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Instalar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UI.Vision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B036032-6FC9-C352-5F9E-4777A1D2C5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6FE65351-6269-B532-3E7A-F690D2B7F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0B224074-4C3A-5449-0800-A85B2250BEF2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5DD7366-3A78-0D89-BB6D-2159838CC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A85713B-F23B-D5B6-D517-10155FBF3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23E8C50-566A-C09A-A0FC-1244346DAC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FCA75813-E99A-D8DC-56C7-29272D92924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E9A1381-F62A-820A-6660-CAB69F2D8D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1CEA03D1-4AFB-4872-FA7F-E8F30DEA8A45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C00987D-FA6D-1FDA-EB30-D7A427C666B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1855" r="21859"/>
          <a:stretch>
            <a:fillRect/>
          </a:stretch>
        </p:blipFill>
        <p:spPr>
          <a:xfrm>
            <a:off x="2489696" y="1180915"/>
            <a:ext cx="4391024" cy="3865757"/>
          </a:xfrm>
          <a:prstGeom prst="rect">
            <a:avLst/>
          </a:prstGeom>
        </p:spPr>
      </p:pic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5EFE3347-EFA2-BC47-2FC8-2DDCCEBB7D84}"/>
              </a:ext>
            </a:extLst>
          </p:cNvPr>
          <p:cNvSpPr txBox="1">
            <a:spLocks/>
          </p:cNvSpPr>
          <p:nvPr/>
        </p:nvSpPr>
        <p:spPr>
          <a:xfrm>
            <a:off x="152401" y="4343400"/>
            <a:ext cx="8686800" cy="196595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4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</a:pPr>
            <a:r>
              <a:rPr lang="pt-PT" sz="1100" dirty="0">
                <a:latin typeface="Arial" pitchFamily="34" charset="0"/>
                <a:cs typeface="Arial" pitchFamily="34" charset="0"/>
              </a:rPr>
              <a:t>Fonte: </a:t>
            </a:r>
            <a:r>
              <a:rPr lang="pt-PT" sz="1100" dirty="0">
                <a:latin typeface="Arial" pitchFamily="34" charset="0"/>
                <a:cs typeface="Arial" pitchFamily="34" charset="0"/>
                <a:hlinkClick r:id="rId8"/>
              </a:rPr>
              <a:t>https://ui.vision/</a:t>
            </a:r>
            <a:r>
              <a:rPr lang="pt-PT" sz="1100" dirty="0">
                <a:latin typeface="Arial" pitchFamily="34" charset="0"/>
                <a:cs typeface="Arial" pitchFamily="34" charset="0"/>
              </a:rPr>
              <a:t> 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Marcador de Posição de Conteúdo 2">
            <a:extLst>
              <a:ext uri="{FF2B5EF4-FFF2-40B4-BE49-F238E27FC236}">
                <a16:creationId xmlns:a16="http://schemas.microsoft.com/office/drawing/2014/main" id="{5C42EB9B-BC20-7128-2BB8-18C545CE28DE}"/>
              </a:ext>
            </a:extLst>
          </p:cNvPr>
          <p:cNvSpPr txBox="1">
            <a:spLocks/>
          </p:cNvSpPr>
          <p:nvPr/>
        </p:nvSpPr>
        <p:spPr>
          <a:xfrm>
            <a:off x="250825" y="4763967"/>
            <a:ext cx="7563857" cy="119019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r>
              <a:rPr lang="pt-PT" sz="2400" dirty="0">
                <a:latin typeface="Arial" pitchFamily="34" charset="0"/>
                <a:cs typeface="Arial" pitchFamily="34" charset="0"/>
              </a:rPr>
              <a:t>Após a instalação são sugeridos vídeos de curta duração a demonstrar funcionalidades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14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DAADD-1B71-E248-5A3B-F0D67B39A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93293530-215F-59E6-AFDD-88537DC6F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032F826-EADD-2A6B-858C-A1963D302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10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1D38D5CF-6DE9-C839-7ECD-E87E42E68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Criação de Macro através do UI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91BC03E7-536D-AF9F-324F-8523D35382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724358B9-970F-D263-E8B8-61AB80602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7FAC48C-6DA6-6CFB-5843-B5716147AFC0}"/>
              </a:ext>
            </a:extLst>
          </p:cNvPr>
          <p:cNvSpPr txBox="1">
            <a:spLocks/>
          </p:cNvSpPr>
          <p:nvPr/>
        </p:nvSpPr>
        <p:spPr>
          <a:xfrm>
            <a:off x="306388" y="1168992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268D9E3-FC99-CD09-F117-A860FA06B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4A9AA74-E5DE-482D-282A-24CA6EA9A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301D1F2-EA83-603E-4889-121EDE01B1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39F166-84F3-8EB1-37B5-E872624E75A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44B28D7-1C58-55D3-A307-967E79E9A23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0A70D3E8-7F74-A6B5-6EF4-4C6E5BD5466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02D2289A-6B91-137F-F504-AC393517A999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A extensão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UI.Vision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permite a criação de macros através da sua interface gráfica. O utilizador pode através da interface gráfica selecionar os elementos da pagina web com a qual vai interagir.</a:t>
            </a: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438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46CA3-0D17-006D-DC7E-5E1341C2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BBAF163E-4568-083D-86FE-0F289C63C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774C514C-3D40-3934-07DE-503F9118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11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4923223-E440-43EF-E83C-D29E101BF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Criação de Macro através do UI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E1FFA4A1-67F3-EF85-14D2-55DFA0230A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4304E6B7-4A98-0C9C-194E-0FFBADFE3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F31B3703-D26A-AE8C-5D26-D02434B10EDA}"/>
              </a:ext>
            </a:extLst>
          </p:cNvPr>
          <p:cNvSpPr txBox="1">
            <a:spLocks/>
          </p:cNvSpPr>
          <p:nvPr/>
        </p:nvSpPr>
        <p:spPr>
          <a:xfrm>
            <a:off x="306388" y="1168992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FDAF518-D44D-054A-107B-0A1C75C91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BAF7038-B93B-6751-C660-76940DD85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C4B0FC8-40A8-2C91-07E8-763615AED2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1F641D2C-46AE-F875-F197-13D1F6194C42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26078B9-2BA6-F5AB-D414-D589CA3983D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B749F6AA-BD6C-6EE6-DF66-049CBC76B1B8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0A222DF-DA47-C906-C7F2-0C605CD3DD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633" y="1212438"/>
            <a:ext cx="4220734" cy="452913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4773E09-656C-EAB5-FF69-2738F060CD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1199588"/>
            <a:ext cx="4774026" cy="459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489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7F987-F1D0-49FF-43A1-471C25BEF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1F8BE2E5-7E78-ECFD-2AE0-2AC1E5C2F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FEF3AC22-1D63-4966-9867-0A354A6EE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842CAA0F-02CB-739F-7AC2-12EB9C625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Criação de Macro através do UI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71AF6E3-3C2E-91DE-1DA6-E633B4C7C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5609D9B-478C-AECF-1F45-B3F3D3C8D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F2DD8943-838E-7850-A8C4-05287EAE47E8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AE52BF6-3151-EB63-30E9-32013AEC2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48E09C5-4A77-7C29-6871-52CC92F8F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4A0297D-C0CA-CB5D-482F-CD36A2991D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25B8BB1-711B-EBCF-CC0F-2902BEC09AA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2E9E9E-974E-298B-CA6A-3604E67763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4E1AC55D-7BD4-9A5F-0FD5-BD5221F3AB43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40C6D08-E976-DD6C-1061-6236B9EB50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104" y="1098169"/>
            <a:ext cx="4784072" cy="5179822"/>
          </a:xfrm>
          <a:prstGeom prst="rect">
            <a:avLst/>
          </a:prstGeom>
        </p:spPr>
      </p:pic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6E1B567A-B8E9-707E-0840-FA30FFC20975}"/>
              </a:ext>
            </a:extLst>
          </p:cNvPr>
          <p:cNvSpPr txBox="1">
            <a:spLocks/>
          </p:cNvSpPr>
          <p:nvPr/>
        </p:nvSpPr>
        <p:spPr>
          <a:xfrm>
            <a:off x="5349080" y="1157635"/>
            <a:ext cx="3490120" cy="5151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Selecionar a página inicial</a:t>
            </a: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416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790EB-279C-2401-3143-EAEAC7752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15F07C07-6D4D-0F0E-63C6-B7E9DF7E2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482D42CF-CA70-DF80-D74D-B70D77748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15BBF63C-9018-D2AF-9BDD-AC269927C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Criação de Macro através do UI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E130E16B-58D0-2585-2695-A3814C766D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2EF926E9-12D8-F2F4-B59C-1DF030CF2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2400812-B97E-8E4D-8931-18DE2C0A40DE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1A5C2EA-78CE-E0E0-130D-ED5E57047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DFC4204-7BDB-14C7-7D50-E56373D3E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FDF8E55-8CBA-1C30-6578-7585BADE016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899E31D-F34D-40A1-CA58-B3BC06A0FE9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02C7872-7A0F-8D51-832B-1A8166E91B1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D916455F-D3BE-C70B-53E8-1BCB09F1AEA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26CC89E-E032-81CB-138B-5EF9205038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6151" y="1157635"/>
            <a:ext cx="3715267" cy="169092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F1F8EB0-452D-7E81-EAF4-85EA17CA4B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789" y="1185159"/>
            <a:ext cx="4895903" cy="5005841"/>
          </a:xfrm>
          <a:prstGeom prst="rect">
            <a:avLst/>
          </a:prstGeom>
        </p:spPr>
      </p:pic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DF310BDA-7935-2E8E-4253-EBD19C877B6F}"/>
              </a:ext>
            </a:extLst>
          </p:cNvPr>
          <p:cNvSpPr txBox="1">
            <a:spLocks/>
          </p:cNvSpPr>
          <p:nvPr/>
        </p:nvSpPr>
        <p:spPr>
          <a:xfrm>
            <a:off x="5349080" y="2848558"/>
            <a:ext cx="3801270" cy="346080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Interação “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click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” em que o elemento selecionado é escolhido através do botão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select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. O elemento selecionado fica com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overlay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laranja para demonstrar qual o elemento a interagir.</a:t>
            </a: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697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5884-C229-2676-9F92-2D8D9A6FE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AD0D141-0822-434A-F7D7-5681A47EF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9A5D996-A950-DD54-FE01-4415414EC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A94BD8B-8B8F-BE55-BC09-3C516ADA0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Criação de Macro através do UI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85A72A1-E996-F89E-DDF9-8D0E1415F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3118F008-A0D3-3348-35C7-0C3CC38E4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798365E-E2B3-3BAD-B198-82BDDE1BF922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8F80171-26BF-7219-37C4-D00462CCE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6E1589C-FDE5-A225-F36B-16AE49637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C8B0585-BAE3-6BEC-30FB-D1FFEA55C3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081F6A57-3FFA-0341-F716-3727A2367FB2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5E65816-AAF9-867A-EF60-32A7D228F34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27E90777-0962-B414-DED6-24378076450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A76F2E3-4491-A380-F87C-9DB7553A8B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5007" y="1454786"/>
            <a:ext cx="4226286" cy="238562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65D8EA7-5A81-1F4E-C5B3-406D30F182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125" y="1074039"/>
            <a:ext cx="4670848" cy="4691515"/>
          </a:xfrm>
          <a:prstGeom prst="rect">
            <a:avLst/>
          </a:prstGeom>
        </p:spPr>
      </p:pic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32C6E7DD-2C84-38FA-9EE6-0980016EDF9F}"/>
              </a:ext>
            </a:extLst>
          </p:cNvPr>
          <p:cNvSpPr txBox="1">
            <a:spLocks/>
          </p:cNvSpPr>
          <p:nvPr/>
        </p:nvSpPr>
        <p:spPr>
          <a:xfrm>
            <a:off x="4924064" y="3840412"/>
            <a:ext cx="4226286" cy="2468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Selecionar Lista de colocados.</a:t>
            </a: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839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79ADE-7855-8BD6-1A5F-4C9AEE04F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645199B-27DA-6E14-FB1C-115C33B59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FC3EE92-C6C6-5F8A-33AF-EDE313C1E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AE4532E-22FF-DD50-07E1-91E87792B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Criação de Macro através do UI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E6938B79-A329-0F4F-F8DD-0FD09B498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7A98879F-AF6A-2EE4-A308-D7E95B404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B3C00D48-396E-23E1-9C95-21DFA8BDE0B1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5AA25E3-B57C-D0AD-5540-2E5F593F2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393CB0C-BBAA-BA85-EDC2-79684298A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B71FABE-9B20-170B-4D1D-D7E31E833C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D1BB1DF1-69F7-A1FF-826E-32EFBDCE13B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DE450A3-6BF1-DB9C-A55B-C688067989D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2DDBDE4-3D66-5BAF-02E6-A54E926D0EB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F756E98-AD21-E395-BF5F-BF1A825976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099" y="1243678"/>
            <a:ext cx="4414251" cy="255839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87A91FF-5B09-EF6F-B216-4834AF5865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705" y="1231486"/>
            <a:ext cx="4558049" cy="4578367"/>
          </a:xfrm>
          <a:prstGeom prst="rect">
            <a:avLst/>
          </a:prstGeom>
        </p:spPr>
      </p:pic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24836E0D-6E52-63FE-B625-FD5158036A56}"/>
              </a:ext>
            </a:extLst>
          </p:cNvPr>
          <p:cNvSpPr txBox="1">
            <a:spLocks/>
          </p:cNvSpPr>
          <p:nvPr/>
        </p:nvSpPr>
        <p:spPr>
          <a:xfrm>
            <a:off x="4736099" y="3977948"/>
            <a:ext cx="4414251" cy="2331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Selecionar Curso pretendido. </a:t>
            </a:r>
          </a:p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Este primeiro Macro apenas extrai os dados de um curso.</a:t>
            </a: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424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0B67B-2EDD-D460-242E-79F90FBB1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AACC668-83D1-6BDA-7151-A9F4107B9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BA4AEC6-DF12-E703-4CA3-E0AE53EA2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16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FD1D9A4-5291-3905-1E68-CD816C779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Criação de Macro através do UI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E0B7D9BD-9303-853C-89BF-90A7641155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DD0425E8-CAA8-8665-328B-B2592EF23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634D6767-66BE-34BF-C76D-AC87E7E02445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C562B70-B493-EF1C-1430-3446BEF43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2E9C088-D499-D1CE-C24D-D9C71F7F1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A9401BA-72CF-D289-A1E5-BE9C845DD1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DE90004-CB76-013D-3A56-072DE70A3EC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27E3040-1A73-DDA1-8705-CD36A8B1563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218256F-CB6C-14BD-1016-FB229A503B9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18C4478-5874-30E6-4CDC-8C8188C510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9467" y="1324831"/>
            <a:ext cx="4425950" cy="222474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93BF004-DB02-EF18-75B4-9B5CAE352A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175" y="1204251"/>
            <a:ext cx="4479033" cy="4505773"/>
          </a:xfrm>
          <a:prstGeom prst="rect">
            <a:avLst/>
          </a:prstGeom>
        </p:spPr>
      </p:pic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6A323CBA-5A50-445B-058E-09D0AA4BE289}"/>
              </a:ext>
            </a:extLst>
          </p:cNvPr>
          <p:cNvSpPr txBox="1">
            <a:spLocks/>
          </p:cNvSpPr>
          <p:nvPr/>
        </p:nvSpPr>
        <p:spPr>
          <a:xfrm>
            <a:off x="4685208" y="3699495"/>
            <a:ext cx="4578350" cy="2383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Selecionar o elemento na página e extrair o texto apresentado.</a:t>
            </a: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658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D34BE-346C-109E-F06F-46659F4FA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ADE0795-EE09-C18F-1B59-4B772324F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3EE0E91-AE67-0407-5367-5AC1EC52D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17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35CE925-6B96-D76A-F442-2C58BF353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Criação de Macro através do UI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DFD4C9A-0F75-864F-DC1E-82C7112E06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782DFF6A-4BD6-C6EA-5722-993C25E8A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8E576040-5DB9-B586-AC25-DB476A7411CC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E90BDF1-2585-1434-7981-CD48007A4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305D1A0-F6A7-D644-07FA-770A81F9C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4BCCAA5-6E02-CFE7-224C-EF6E6D6C32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60E713A-6541-204C-4F9D-9625852DD2D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874E9F8-43BD-17F8-EC9C-8D028CCAD0C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7AFDD83D-D870-0FAF-ED14-067186014BE5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8A64670-1A7F-021F-B9F6-DD111D4428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9968" y="1249680"/>
            <a:ext cx="4645449" cy="232272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FF9EAD6-1CFF-B022-1CDC-668F87D807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10" y="1219200"/>
            <a:ext cx="4425758" cy="453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410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2A9A2-E0F5-A36A-805F-9B130F1BF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2AB4B0C-1F6C-6D16-892E-E12BCAA89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C30181D-3D0B-A720-A5A7-1425C61CB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18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E47AEFC0-4328-0078-406F-B02778ABF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Criação de Macro através do UI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AE8EFD5-F6BF-5EC2-0CAD-487B76FC7C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41089BE-678F-5FDC-9384-BF41CA082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6C212344-3F32-3E2C-BF6F-9EB854B733B1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14CA3AF-60AF-5D20-9C71-7F35C0AA9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2279BB9-3573-5ECD-F25B-BCCDFFA11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C906AAF-62BE-4258-03C3-07B1C882D5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8163657-BEFF-6383-90C2-9B032576505A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83D4170-0D01-17E7-9BA1-9FE65F714EE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7F414A-CD7E-2DFE-5971-90CE14FCE981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ABD3402-875B-CEBF-EA46-19E24323A1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9214" y="1456378"/>
            <a:ext cx="4176203" cy="209646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E0E5EAC-BE37-CC49-D56F-E59862BFF7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151252"/>
            <a:ext cx="4809611" cy="480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0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F2FF2-1049-47AB-5709-05386DA6D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AFD3BFD-09B4-689F-B114-34249F77F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A857771-FF8A-E634-8F04-2498065A0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19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C610E7FC-BB03-62F7-CAA4-35BA777B2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Criação de Macro através do UI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F398A6B-AB9B-C3E3-9FE2-6563D4E7E8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1DD728BC-A87E-E6BA-11A9-EEAB4127E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AC36623-41A0-8B84-0A3E-6D9D2479E07B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F83F1A9-D84B-6A82-7858-87D179ED2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4C94382-41A3-8408-B4F4-619347147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01B93A5-09AE-FB6D-3EBF-F9EA2C7862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3B5F193-8845-60A8-6007-057A470F0BC6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EA976CC-CCC1-2DCA-4540-93C7B4FA840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E80B8667-7C51-D22E-7392-7A91FD74B925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D039D0-D81D-E179-3F9B-C6BA02EE1B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1104526"/>
            <a:ext cx="4238550" cy="4269947"/>
          </a:xfrm>
          <a:prstGeom prst="rect">
            <a:avLst/>
          </a:prstGeom>
        </p:spPr>
      </p:pic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D3784508-E6AF-2C34-99BC-76297C4DD45B}"/>
              </a:ext>
            </a:extLst>
          </p:cNvPr>
          <p:cNvSpPr txBox="1">
            <a:spLocks/>
          </p:cNvSpPr>
          <p:nvPr/>
        </p:nvSpPr>
        <p:spPr>
          <a:xfrm>
            <a:off x="457200" y="5181599"/>
            <a:ext cx="8458201" cy="900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Guardar a informação armazenada através do uso de ‘!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csvLine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’ em um ficheiro ‘.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csv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’.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667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EF073-F033-E92B-DE33-0289E9E08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BA069B0-A77E-938B-CDD3-886B14064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8AB4503-20DD-6387-134E-D03CAB94D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20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09B89AE-E0A1-1F05-DB84-12A5B9049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Criação de Macro através do UI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3E50001-C33B-EEC5-0D9C-F769CEE32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09F2816C-312C-C235-EE6A-7A0969417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47B9148-79B9-C967-C85C-61CE1BD4C15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71B043B-6748-C45E-27E1-FA816BC98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CC87A3F-A2B2-0AAA-4F95-F2C026152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BABB037-6DFF-B9D7-E8BE-3E6638AB93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A29B6C3-FFDC-304A-09AF-E5BF300F398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39BC3F6-7D1E-97FA-4A2C-097440E1AA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0752B394-1883-36AD-F5A5-95205C41CE9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F668A57-8BBE-E096-7DED-C491DB527D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1193512"/>
            <a:ext cx="3962852" cy="4269600"/>
          </a:xfrm>
          <a:prstGeom prst="rect">
            <a:avLst/>
          </a:prstGeom>
        </p:spPr>
      </p:pic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CE15AADB-3C82-88C4-B23B-21245222AFCD}"/>
              </a:ext>
            </a:extLst>
          </p:cNvPr>
          <p:cNvSpPr txBox="1">
            <a:spLocks/>
          </p:cNvSpPr>
          <p:nvPr/>
        </p:nvSpPr>
        <p:spPr>
          <a:xfrm>
            <a:off x="440108" y="5301357"/>
            <a:ext cx="8458201" cy="900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Através do botão ‘Play Macro’ podemos executar o macro criado e ver os resultados.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C5734D29-3B2F-77BF-E18A-A98A2571F2A6}"/>
              </a:ext>
            </a:extLst>
          </p:cNvPr>
          <p:cNvSpPr/>
          <p:nvPr/>
        </p:nvSpPr>
        <p:spPr>
          <a:xfrm rot="9845844">
            <a:off x="5811117" y="1250255"/>
            <a:ext cx="264681" cy="18442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Seta: Curvada para Baixo 9">
            <a:extLst>
              <a:ext uri="{FF2B5EF4-FFF2-40B4-BE49-F238E27FC236}">
                <a16:creationId xmlns:a16="http://schemas.microsoft.com/office/drawing/2014/main" id="{91BB6E97-4D7A-6CDF-8B05-72C202078F3B}"/>
              </a:ext>
            </a:extLst>
          </p:cNvPr>
          <p:cNvSpPr/>
          <p:nvPr/>
        </p:nvSpPr>
        <p:spPr>
          <a:xfrm rot="5400000">
            <a:off x="5207859" y="2236061"/>
            <a:ext cx="3886202" cy="2004879"/>
          </a:xfrm>
          <a:prstGeom prst="curvedDownArrow">
            <a:avLst>
              <a:gd name="adj1" fmla="val 1497"/>
              <a:gd name="adj2" fmla="val 13984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371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1E9EF-FF8B-C8A3-A94A-FA1B375E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36074B9-5554-685E-0B4B-823545D62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B2C77270-D76B-B5C7-05B1-3743B1D5E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21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823891FC-4D9A-5939-D5E0-97D40CB5D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Criação de Macro através do UI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C4FE9C9-4D69-F224-E7CE-627AE6D4F1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DD5D228E-9443-2C39-BEFC-4FEB23CE7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852B03E0-182E-F76F-696D-E9B0C93AD417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6DF6577-E862-5DC1-4836-9503B7F00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6C721A7-216D-2CAC-34E2-F358D8C3C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FBC3C45-8844-02E0-29AC-DD177447F7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DA106ED-5FEB-3682-EEB3-BB209A386536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3EF8A5A-4083-C974-625D-0CF5FD42AE0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9890631B-2D04-FCD2-FEAB-BA8A15BD7A9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3CA1F7C-1753-2A70-F9B2-D059B1C110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121" y="1490107"/>
            <a:ext cx="7981990" cy="3210595"/>
          </a:xfrm>
          <a:prstGeom prst="rect">
            <a:avLst/>
          </a:prstGeom>
        </p:spPr>
      </p:pic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94108535-0572-5892-285A-810F3FE9EA49}"/>
              </a:ext>
            </a:extLst>
          </p:cNvPr>
          <p:cNvSpPr txBox="1">
            <a:spLocks/>
          </p:cNvSpPr>
          <p:nvPr/>
        </p:nvSpPr>
        <p:spPr>
          <a:xfrm>
            <a:off x="381001" y="5070917"/>
            <a:ext cx="8458201" cy="900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Resultado da extração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665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4C092-212A-AB9E-DF73-666CC0867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A7A153A-5750-4907-716D-D1FA7206B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363F9D44-4BAC-118C-1A18-BE5EFAA51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5B266A8-5B67-1A91-B3C8-18F25E582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através de JSON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2F6C3EA-A066-4553-F5EC-A74D610785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D2492E44-1426-900D-E151-805A87985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703E0EA1-959A-FAC0-4F99-8774404B96D7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5142D00-EA6D-9C79-1B36-569574B95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2BF9125-D566-91D7-82CB-6B6252098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20A4727-9F04-7296-C987-28DA491890F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1986767B-C6FF-EE56-5E53-13801394075E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85A4D3B-CEC8-2313-1AFD-E626F0A2E44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B99786F7-0CDF-B6F9-6C55-47F2C4AB74D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112F988C-2EB6-CA65-F9A1-B09F5A29BAA1}"/>
              </a:ext>
            </a:extLst>
          </p:cNvPr>
          <p:cNvSpPr txBox="1">
            <a:spLocks/>
          </p:cNvSpPr>
          <p:nvPr/>
        </p:nvSpPr>
        <p:spPr>
          <a:xfrm>
            <a:off x="440108" y="1260335"/>
            <a:ext cx="8458201" cy="4941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A extensão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UI.Vision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permite a criação de macros através de uma estrutura em formato JSON na qual estão identificados os comandos a executar e a respetivo elemento alvo correspondente na página.</a:t>
            </a:r>
          </a:p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Após importar o macro em formato JSON é possível visualizar no UI a estrutura tal como no primeiro teste realizado. 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819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8F232-7ABB-26E3-615F-EAD8FE2EF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940253C5-5C90-F27F-25FC-A876176A0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0AC6B00-29BE-E88F-BC74-5A5650C79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9FEFC177-6C73-A4B0-8EAE-414C3DEFF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através de JSON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8E413EB-EED9-592F-69A9-CFB580031B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24342206-9FE7-0986-80B3-ACA6A5F80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BC4A4488-C8DA-2CB6-7D3E-5C68407F8B19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78C1A31-E95F-A0C3-C527-848110ABD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5B09E30-B3BA-C615-B77C-DE55955F1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5229C25-2C63-35AD-9734-AED8E51F4E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BA08FD-8876-0E59-44FD-7FE9535DF1D6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4D203A3-6648-443D-1BF6-6E673D4578B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7913F2D-F3E6-579C-1313-BA7BF38DB25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9AF2F10-CB17-69D6-C972-106AD61971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526" y="1135662"/>
            <a:ext cx="5503364" cy="506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28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AD5F0-2EC9-18E1-1E9D-961A52AEF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1410AD2E-9ED4-A1F6-C281-F2027AC0D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7EC8A3CA-32BB-356B-22AF-A20CA5855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FF3F03C-773C-270F-28C5-15EB1435C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através de JSON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7152B58-86CF-2B46-CBD2-2D01E88393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1AA64BC3-49D9-5FA9-3C1E-D1515D00D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C906FA1C-5D90-79FE-6484-EE2E245E92E1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49F18B1-D75A-FAB6-63C9-654A05C7E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D0DACFC-D133-0CD6-EBC3-C93FB2042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0384D7C-14F4-5311-1116-65C6F779A6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78088FE-65D2-9191-BF9B-86321B7ADD0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F0273-43E2-F99C-206E-FBC84984426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A0E03201-0312-BC10-2119-126752E0B6C5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11C48316-363E-CF74-9280-07AFDA492775}"/>
              </a:ext>
            </a:extLst>
          </p:cNvPr>
          <p:cNvSpPr txBox="1">
            <a:spLocks/>
          </p:cNvSpPr>
          <p:nvPr/>
        </p:nvSpPr>
        <p:spPr>
          <a:xfrm>
            <a:off x="381002" y="3253047"/>
            <a:ext cx="8517308" cy="29492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Selecionar o 9 elemento na lista de estabelecimentos , índice 8, e carregar a página lista de colocados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9A9D45D-3063-70FF-8099-41AF33B48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625" y="1069804"/>
            <a:ext cx="8914188" cy="198537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A4E7729-00A3-BA4E-DDF7-23BD250D10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025" y="3055174"/>
            <a:ext cx="8914188" cy="214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49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3F94-0D09-4501-6800-79A21814E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3CD591F4-D4F3-8C4F-691C-4633D8A55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DDF6F4E-A1D0-8349-7FE5-50E37EE00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CCA7906B-D0D1-4BBC-C672-7AF54D7AA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através de JSON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64392A0-8743-2CB6-2639-DA7E679232E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38015CE8-D9A3-0DDA-3D44-1274F84B6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60CD61C-C119-5632-9C05-473293C5DA1B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DEC941-25B6-8D87-146D-53D4FAD3C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DDFA883-F964-B634-A442-8CCDA5D91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CD881B6-4F80-6F9A-66D3-E33F127E7E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DC87CA0-B2BF-EE02-53C0-53A8E6D8FBAE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0572B9-F8D6-FD6C-8196-06624D0F14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29ECCF24-4F66-D5B7-C759-D7EDA9AEEFB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CB18D113-691E-35C4-0A7E-A378E69FD383}"/>
              </a:ext>
            </a:extLst>
          </p:cNvPr>
          <p:cNvSpPr txBox="1">
            <a:spLocks/>
          </p:cNvSpPr>
          <p:nvPr/>
        </p:nvSpPr>
        <p:spPr>
          <a:xfrm>
            <a:off x="381002" y="3253047"/>
            <a:ext cx="8517308" cy="2949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Iniciar a variável 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‘i’ que será usada em um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while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loop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para iterar sobre todos os cursos pertencentes à Universidade de Aveiro.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CD3030B-B1B8-42EB-D8BB-FCA4815292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1" y="1294202"/>
            <a:ext cx="3296110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392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5E6BA-1E9C-715D-5CAF-CEE1294BF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86024E4F-9C3A-32E1-5BDD-2BE2E2EF9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A3B4BF4-B8E4-3EB0-771B-EA9A68FE6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26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61ED56B-EC34-3EEE-FEDB-95834B016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através de JSON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CF92D8A-1165-A550-1958-FF73099AA9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DFD1DA3-C3E0-9D98-CE2D-FB97443BE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B8DAF4E-DA96-8DBE-7A09-941C74EDB82E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BB29257-6D4B-8A7A-0CF9-C39F6F5B8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5A46F29-70DE-9F0C-23A7-0D7EE33B9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50287FF-21D9-7BC7-FCAE-4FD18CF232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5451E17-431F-9608-62D9-03D9959010DE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85F5EC-54AB-CCC6-8C7D-410ED39C88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2D36FA9C-1916-E58E-605F-A6660DBA38D8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1C656101-A371-59A8-89BD-8D65790FF041}"/>
              </a:ext>
            </a:extLst>
          </p:cNvPr>
          <p:cNvSpPr txBox="1">
            <a:spLocks/>
          </p:cNvSpPr>
          <p:nvPr/>
        </p:nvSpPr>
        <p:spPr>
          <a:xfrm>
            <a:off x="381002" y="3253047"/>
            <a:ext cx="8517308" cy="2949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Seleciona o Curso com base no valor atual da variável ‘i’ e pressiona o botão continuar para apresentar o resultado dos alunos colocados.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E295748-3E00-0316-DF37-E6D27E5330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2" y="1197084"/>
            <a:ext cx="8517308" cy="296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190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D13B-9BE6-CC6F-244B-004D5FD04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068C6EDF-60C3-E37D-DEE6-1D49EE90A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8F835C67-451B-6740-6B6F-D0E81DF23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27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40E89A10-79C5-32EF-8E9F-C920AFAB8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através de JSON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2BA03F4-A754-B9E6-4B83-74CA62D566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DB9516B7-71D1-1E0D-3375-24D1F5507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C08A403E-CED0-62EF-8815-472330FD0218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3B165FE-740D-6E10-351E-36BEF1439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7CF6734-4154-9149-B657-2F16E2363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5DBCA72-D726-8964-C4A0-D2ED06EE00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226C38F-F30C-0F27-9D95-428EFD07004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3825B70-60E5-D7A8-1075-11F588A9B0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4313DF6B-1BA3-20F6-2282-EA8778483A5A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21AADF35-5553-935C-814D-5F718528F45D}"/>
              </a:ext>
            </a:extLst>
          </p:cNvPr>
          <p:cNvSpPr txBox="1">
            <a:spLocks/>
          </p:cNvSpPr>
          <p:nvPr/>
        </p:nvSpPr>
        <p:spPr>
          <a:xfrm>
            <a:off x="381002" y="3253047"/>
            <a:ext cx="8517308" cy="2949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Extrai a informação apresentada e guarda no ficheiro ‘.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csv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’ desejado.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11EBD7A-365C-8B54-FD7B-17C8FBC3AF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381" y="1149766"/>
            <a:ext cx="4186619" cy="401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824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252A8-50D5-0170-2B41-3E30A130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B7879B16-D0B3-EBBB-A928-A1ACB8BAE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9479B482-E37C-A222-3251-6915E0D54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28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26A3C2F-04CF-5970-399A-04159B116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através de JSON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7589FC1-B3FF-4BFE-D3F9-C56314805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1104ADBE-80BC-DCFF-DA40-C9CBC50D1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67E39B98-9169-02A3-787F-AB4F6FBD14C4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7A57211-2E7F-24A4-7E10-1831D2EB8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B0826B6-E85D-2B05-FB25-8E1EBDF19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6C94EE4-27CB-3351-39BC-279270A863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D39A301E-F290-0842-8028-B9170CEFD3B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676780-6C2E-DB15-ABB5-69B462B5011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686B7A73-11A4-5E56-3C60-192C5426B7A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3EA4F8E2-8D42-4413-671C-B8F3C0C2C78B}"/>
              </a:ext>
            </a:extLst>
          </p:cNvPr>
          <p:cNvSpPr txBox="1">
            <a:spLocks/>
          </p:cNvSpPr>
          <p:nvPr/>
        </p:nvSpPr>
        <p:spPr>
          <a:xfrm>
            <a:off x="381002" y="3657600"/>
            <a:ext cx="8517308" cy="254472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algn="just"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Com o comando ‘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executeScript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’ o macro retorna para a página anterior, página com listagem de cursos e em seguida incrementa a variável ‘i’. Enquanto a variável respeitar a condição inicial continua a executar o bloco do ‘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while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loop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’.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7DD8996-C4F9-6313-B627-6307B1BF95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1" y="1223976"/>
            <a:ext cx="5706271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284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633E2-F6BA-0E2E-161A-CE465E9B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9F63312-F8D5-53E2-1F3F-5F57F097A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AEBBE94-6DEE-EB32-152D-4B5BB4AEB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29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47BCB264-17B3-9A87-4886-2F7E81B40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através de JSON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2DBDB56-7942-D484-4BA9-F55032C12F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BC0105C5-FC9E-9EEC-0003-D7043D6F4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79002B83-4C48-0D42-8D46-5F07ECE9501A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6EB98BF-2DF2-62CF-4D31-63C4D54B1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4A955FE-226C-B28E-3050-2D0B1C7EE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E180F4F-72F0-F852-76E9-D6E7A86CAD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BC01F95A-29D2-4D7B-9C0A-D24E4ABDF0C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8F40488-E775-3809-AAD6-B259988B91E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C6D36446-DBE0-1600-0627-B7C8EF69811F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65A5688-21EB-F8B5-6928-D728FE42DF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600" y="1116099"/>
            <a:ext cx="4808731" cy="4423342"/>
          </a:xfrm>
          <a:prstGeom prst="rect">
            <a:avLst/>
          </a:prstGeom>
        </p:spPr>
      </p:pic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BBB392F1-D058-8B61-FEDF-F44EDBC27CE4}"/>
              </a:ext>
            </a:extLst>
          </p:cNvPr>
          <p:cNvSpPr txBox="1">
            <a:spLocks/>
          </p:cNvSpPr>
          <p:nvPr/>
        </p:nvSpPr>
        <p:spPr>
          <a:xfrm>
            <a:off x="440108" y="5410200"/>
            <a:ext cx="8458201" cy="792122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7200" dirty="0">
                <a:latin typeface="Arial" pitchFamily="34" charset="0"/>
                <a:cs typeface="Arial" pitchFamily="34" charset="0"/>
              </a:rPr>
              <a:t>Tal como no primeiro exemplo a UI apresenta todos os comandos a realizar ordenados e pode ser executada através do botão ‘Play Macro’. 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5076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580C-14D3-7F9D-AFCB-719A23A61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4B5C794C-0180-C8A4-0492-42FD90358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06B52A5-0173-99E3-1807-3FF12705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30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F4FE6ED-EA2E-2A28-E9AF-BEDE8748C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através de JSON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318A6C3-A1BA-48F3-8C0E-E450384F0F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A33D125E-C399-2339-DC61-4B6FDB04F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0646DBAD-9C3E-4B2D-F733-7B0A227073DC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0ECBB8B-E006-F3F7-F3C4-478F0E156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95B7690-7462-EEAB-D99A-69873784D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D4ED68D-97C6-6D43-D5C8-C64D3926ABA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18974D0-7A06-199C-FF9C-74FB36EFDD51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12BA623-60CD-71BC-4766-7CC7D910159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163DF5-FC9A-B5AF-97D2-D70542B8A2C1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CD991F8-E9BC-2A86-5C61-A27B50FF40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551" y="1618293"/>
            <a:ext cx="7207540" cy="3750980"/>
          </a:xfrm>
          <a:prstGeom prst="rect">
            <a:avLst/>
          </a:prstGeom>
        </p:spPr>
      </p:pic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F9E4EC80-7DC0-EDDD-B9E2-D1B655C33F2A}"/>
              </a:ext>
            </a:extLst>
          </p:cNvPr>
          <p:cNvSpPr txBox="1">
            <a:spLocks/>
          </p:cNvSpPr>
          <p:nvPr/>
        </p:nvSpPr>
        <p:spPr>
          <a:xfrm>
            <a:off x="440108" y="5410200"/>
            <a:ext cx="8458201" cy="792122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7200" dirty="0">
                <a:latin typeface="Arial" pitchFamily="34" charset="0"/>
                <a:cs typeface="Arial" pitchFamily="34" charset="0"/>
              </a:rPr>
              <a:t>Inicialmente devido a codificação os caracteres especiais aparecem mal apresentados sendo necessário selecionar UTF-8 para o </a:t>
            </a:r>
            <a:r>
              <a:rPr lang="pt-PT" sz="7200" dirty="0" err="1">
                <a:latin typeface="Arial" pitchFamily="34" charset="0"/>
                <a:cs typeface="Arial" pitchFamily="34" charset="0"/>
              </a:rPr>
              <a:t>encoding</a:t>
            </a:r>
            <a:r>
              <a:rPr lang="pt-PT" sz="7200" dirty="0">
                <a:latin typeface="Arial" pitchFamily="34" charset="0"/>
                <a:cs typeface="Arial" pitchFamily="34" charset="0"/>
              </a:rPr>
              <a:t>.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5817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59B2D-A275-3032-FB96-D6B8661C7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B0C74EC-536E-3337-A188-710B83420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2B04A7F-4132-0B09-0776-59A6D5109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31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9DFD2958-134F-2F9A-050A-8DE24B2E3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através de JSON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6071AF3A-5C78-1AD5-C6AF-13D88CE0B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A78010C4-BE02-DFCA-0A11-1449CA344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0CA3568-B301-0A2E-1733-0BAE624877E3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2BDE5DF-4B0C-1514-E182-265616CEB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2C53AD2-2E77-9658-3C4E-162917E06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5791493-B3B5-0861-1E9B-385A05D90A6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3DA4ABA3-4F5F-920A-D6B8-47058CC16204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7AE0045-E9BE-0D26-B86B-47A385C0622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803AFCA5-CDAC-9FC8-27CE-ED99FA2754C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63D019B-0A5F-FFF9-0596-2EAF86B832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250" y="1159296"/>
            <a:ext cx="8359916" cy="463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7959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6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Bibliografia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Referências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Web </a:t>
            </a: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52400" y="1066800"/>
            <a:ext cx="88392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6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en-US" sz="1600" dirty="0" err="1">
                <a:cs typeface="Arial" panose="020B0604020202020204" pitchFamily="34" charset="0"/>
              </a:rPr>
              <a:t>UI.Vision</a:t>
            </a:r>
            <a:r>
              <a:rPr lang="en-US" sz="1600" dirty="0">
                <a:cs typeface="Arial" panose="020B0604020202020204" pitchFamily="34" charset="0"/>
              </a:rPr>
              <a:t> : </a:t>
            </a:r>
            <a:r>
              <a:rPr lang="pt-PT" sz="1600" dirty="0">
                <a:latin typeface="Arial" pitchFamily="34" charset="0"/>
                <a:cs typeface="Arial" pitchFamily="34" charset="0"/>
                <a:hlinkClick r:id="rId3"/>
              </a:rPr>
              <a:t>https://ui.vision/</a:t>
            </a:r>
            <a:r>
              <a:rPr lang="pt-PT" sz="1600" dirty="0">
                <a:latin typeface="Arial" pitchFamily="34" charset="0"/>
                <a:cs typeface="Arial" pitchFamily="34" charset="0"/>
              </a:rPr>
              <a:t> , </a:t>
            </a:r>
            <a:r>
              <a:rPr lang="pt-PT" sz="1600" dirty="0">
                <a:latin typeface="Arial" pitchFamily="34" charset="0"/>
                <a:cs typeface="Arial" pitchFamily="34" charset="0"/>
                <a:hlinkClick r:id="rId4"/>
              </a:rPr>
              <a:t>https://ui.vision/rpa#cmd</a:t>
            </a:r>
            <a:r>
              <a:rPr lang="pt-PT" sz="1600" dirty="0">
                <a:latin typeface="Arial" pitchFamily="34" charset="0"/>
                <a:cs typeface="Arial" pitchFamily="34" charset="0"/>
              </a:rPr>
              <a:t>, </a:t>
            </a:r>
            <a:r>
              <a:rPr lang="pt-PT" sz="1600" dirty="0">
                <a:latin typeface="Arial" pitchFamily="34" charset="0"/>
                <a:cs typeface="Arial" pitchFamily="34" charset="0"/>
                <a:hlinkClick r:id="rId5"/>
              </a:rPr>
              <a:t>https://ui.vision/ai/computeruse</a:t>
            </a:r>
            <a:r>
              <a:rPr lang="pt-PT" sz="1600" dirty="0">
                <a:latin typeface="Arial" pitchFamily="34" charset="0"/>
                <a:cs typeface="Arial" pitchFamily="34" charset="0"/>
              </a:rPr>
              <a:t> 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DEBD917-885F-4E14-9AAA-FA7433880D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27" name="Rectângulo 19">
            <a:extLst>
              <a:ext uri="{FF2B5EF4-FFF2-40B4-BE49-F238E27FC236}">
                <a16:creationId xmlns:a16="http://schemas.microsoft.com/office/drawing/2014/main" id="{8C1A7A11-171A-4B51-AF54-818C7D826E6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BC0DA002-1D3A-41DC-B132-1A198053902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10">
            <a:extLst>
              <a:ext uri="{FF2B5EF4-FFF2-40B4-BE49-F238E27FC236}">
                <a16:creationId xmlns:a16="http://schemas.microsoft.com/office/drawing/2014/main" id="{1204D73C-759C-3E01-1E9B-19D68FC71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6F8E842-06BB-5B20-ECE1-C729A90ED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32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16A8DF-702E-2F9F-FC6A-BBE9CEF5C3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678794F-9054-EA7B-B1E0-DF67F1547B8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00332AC9-73DA-F066-EC2F-BD34532F90F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951004CF-EB19-4862-CF83-09DC3B61B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Instalar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949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  <a:endParaRPr lang="pt-PT" sz="15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4580</TotalTime>
  <Words>2419</Words>
  <Application>Microsoft Office PowerPoint</Application>
  <PresentationFormat>Apresentação no Ecrã (4:3)</PresentationFormat>
  <Paragraphs>467</Paragraphs>
  <Slides>33</Slides>
  <Notes>32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33</vt:i4>
      </vt:variant>
    </vt:vector>
  </HeadingPairs>
  <TitlesOfParts>
    <vt:vector size="36" baseType="lpstr">
      <vt:lpstr>Arial</vt:lpstr>
      <vt:lpstr>Calibri</vt:lpstr>
      <vt:lpstr>Tema do Office</vt:lpstr>
      <vt:lpstr>INTEGRAÇÃO DE SISTEMAS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Ricardo Fernandes</cp:lastModifiedBy>
  <cp:revision>229</cp:revision>
  <cp:lastPrinted>2020-09-27T18:04:57Z</cp:lastPrinted>
  <dcterms:created xsi:type="dcterms:W3CDTF">2011-05-31T09:21:51Z</dcterms:created>
  <dcterms:modified xsi:type="dcterms:W3CDTF">2025-09-22T14:15:44Z</dcterms:modified>
</cp:coreProperties>
</file>