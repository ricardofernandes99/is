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09" r:id="rId2"/>
    <p:sldId id="258" r:id="rId3"/>
    <p:sldId id="310" r:id="rId4"/>
    <p:sldId id="278" r:id="rId5"/>
    <p:sldId id="311" r:id="rId6"/>
    <p:sldId id="260" r:id="rId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7"/>
    <p:restoredTop sz="94655"/>
  </p:normalViewPr>
  <p:slideViewPr>
    <p:cSldViewPr>
      <p:cViewPr varScale="1">
        <p:scale>
          <a:sx n="57" d="100"/>
          <a:sy n="5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16/09/2025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16/09/2025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354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931110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1858373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yperledger.github.io/composer/latest/introduction/introduction.html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hyperlink" Target="https://www.mcgill.ca/skillsets/files/skillsets/powerpointguidelines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-161416"/>
            <a:ext cx="99822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4110735"/>
            <a:ext cx="5143500" cy="404742"/>
          </a:xfrm>
        </p:spPr>
        <p:txBody>
          <a:bodyPr>
            <a:normAutofit fontScale="77500" lnSpcReduction="20000"/>
          </a:bodyPr>
          <a:lstStyle/>
          <a:p>
            <a:r>
              <a:rPr lang="pt-PT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Tema/Título do Trabalho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276444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N.º do Aluno 1 – Nome do Aluno 1;</a:t>
            </a:r>
          </a:p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N.º do Aluno 2 – Nome do Aluno 2</a:t>
            </a: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Orientador(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es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):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Professor Doutor XXX, Professor Doutor YYYY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dirty="0">
                <a:solidFill>
                  <a:srgbClr val="FFFF00"/>
                </a:solidFill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engineering</a:t>
            </a:r>
            <a:endParaRPr lang="pt-PT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Trabalho Prático N.º XX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Summary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xxx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TEMA DO TRABALHO PRÁTICO</a:t>
            </a: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latin typeface="Arial" pitchFamily="34" charset="0"/>
                <a:cs typeface="Arial" pitchFamily="34" charset="0"/>
              </a:rPr>
              <a:t>1. </a:t>
            </a:r>
            <a:r>
              <a:rPr lang="pt-PT" dirty="0" err="1">
                <a:latin typeface="Arial" pitchFamily="34" charset="0"/>
                <a:cs typeface="Arial" pitchFamily="34" charset="0"/>
              </a:rPr>
              <a:t>Introdu</a:t>
            </a:r>
            <a:r>
              <a:rPr lang="pt-BR" dirty="0">
                <a:latin typeface="Arial" pitchFamily="34" charset="0"/>
                <a:cs typeface="Arial" pitchFamily="34" charset="0"/>
              </a:rPr>
              <a:t>ção</a:t>
            </a:r>
            <a:r>
              <a:rPr lang="pt-PT" dirty="0">
                <a:latin typeface="Arial" pitchFamily="34" charset="0"/>
                <a:cs typeface="Arial" pitchFamily="34" charset="0"/>
              </a:rPr>
              <a:t> e </a:t>
            </a:r>
            <a:r>
              <a:rPr lang="pt-PT" dirty="0" err="1">
                <a:latin typeface="Arial" pitchFamily="34" charset="0"/>
                <a:cs typeface="Arial" pitchFamily="34" charset="0"/>
              </a:rPr>
              <a:t>Objectivos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2. </a:t>
            </a:r>
            <a:r>
              <a:rPr lang="pt-PT" sz="18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pt-PT" sz="18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utorial sobre XML em Java</a:t>
            </a:r>
          </a:p>
          <a:p>
            <a:pPr>
              <a:lnSpc>
                <a:spcPct val="150000"/>
              </a:lnSpc>
            </a:pPr>
            <a:r>
              <a:rPr kumimoji="0" lang="pt-PT" b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2.1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Document Object Model (DOM)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2.2 Simple API for XML (SAX)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 2.3 JDOM XML Parser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 2.4 Java API for XML Processing (JAXP)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 2.5 Java Architecture for XML Binding (JAXB)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4.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Xxxx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5.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yyyy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6.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Bibliografia</a:t>
            </a:r>
            <a:r>
              <a:rPr lang="en-US" dirty="0">
                <a:latin typeface="Arial" pitchFamily="34" charset="0"/>
                <a:cs typeface="Arial" pitchFamily="34" charset="0"/>
              </a:rPr>
              <a:t> 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Referências</a:t>
            </a:r>
            <a:r>
              <a:rPr lang="en-US" dirty="0">
                <a:latin typeface="Arial" pitchFamily="34" charset="0"/>
                <a:cs typeface="Arial" pitchFamily="34" charset="0"/>
              </a:rPr>
              <a:t> Web </a:t>
            </a:r>
          </a:p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Aluno1, Nome Aluno 2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XXX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Tema 1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xxx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TEMA DO TRABALHO PRÁTICO</a:t>
            </a: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latin typeface="Arial" pitchFamily="34" charset="0"/>
                <a:cs typeface="Arial" pitchFamily="34" charset="0"/>
              </a:rPr>
              <a:t>Registo de Evidências: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Aluno1, Nome Aluno 2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XXX</a:t>
            </a:r>
          </a:p>
        </p:txBody>
      </p:sp>
    </p:spTree>
    <p:extLst>
      <p:ext uri="{BB962C8B-B14F-4D97-AF65-F5344CB8AC3E}">
        <p14:creationId xmlns:p14="http://schemas.microsoft.com/office/powerpoint/2010/main" val="81766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6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Bibliografia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Referências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en-US" sz="1600" dirty="0" err="1">
                <a:cs typeface="Arial" panose="020B0604020202020204" pitchFamily="34" charset="0"/>
              </a:rPr>
              <a:t>Descrição</a:t>
            </a:r>
            <a:r>
              <a:rPr lang="en-US" sz="1600" dirty="0">
                <a:cs typeface="Arial" panose="020B0604020202020204" pitchFamily="34" charset="0"/>
              </a:rPr>
              <a:t> YYYY: </a:t>
            </a:r>
            <a:r>
              <a:rPr lang="pt-PT" sz="1600" dirty="0">
                <a:hlinkClick r:id="rId3"/>
              </a:rPr>
              <a:t>https://hyperledger.github.io/composer/latest/introduction/introduction.html</a:t>
            </a:r>
            <a:br>
              <a:rPr lang="en-US" sz="1600" dirty="0"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600" dirty="0"/>
              <a:t>……..: http://...</a:t>
            </a:r>
            <a:br>
              <a:rPr lang="pt-PT" sz="1600" dirty="0"/>
            </a:br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en-US" sz="1600" dirty="0"/>
              <a:t>……..: http://...</a:t>
            </a:r>
          </a:p>
          <a:p>
            <a:pPr marL="36576" algn="just">
              <a:lnSpc>
                <a:spcPct val="170000"/>
              </a:lnSpc>
              <a:spcBef>
                <a:spcPct val="20000"/>
              </a:spcBef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0332AC9-73DA-F066-EC2F-BD34532F90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Aluno1, Nome Aluno 2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XXX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951004CF-EB19-4862-CF83-09DC3B61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xxx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TEMA DO TRABALHO PRÁTICO</a:t>
            </a:r>
          </a:p>
        </p:txBody>
      </p:sp>
    </p:spTree>
    <p:extLst>
      <p:ext uri="{BB962C8B-B14F-4D97-AF65-F5344CB8AC3E}">
        <p14:creationId xmlns:p14="http://schemas.microsoft.com/office/powerpoint/2010/main" val="1590949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7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Informação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Complementar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0332AC9-73DA-F066-EC2F-BD34532F90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Aluno1, Nome Aluno 2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XXX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951004CF-EB19-4862-CF83-09DC3B61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xxx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TEMA DO TRABALHO PRÁTICO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1AC73DD-4341-CA54-8C0E-3F5DC73FBCF4}"/>
              </a:ext>
            </a:extLst>
          </p:cNvPr>
          <p:cNvSpPr txBox="1"/>
          <p:nvPr/>
        </p:nvSpPr>
        <p:spPr>
          <a:xfrm>
            <a:off x="919193" y="1621266"/>
            <a:ext cx="8207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hlinkClick r:id="rId7"/>
              </a:rPr>
              <a:t>https://www.mcgill.ca/skillsets/files/skillsets/powerpointguidelines.pdf</a:t>
            </a:r>
            <a:r>
              <a:rPr lang="pt-PT" dirty="0"/>
              <a:t> 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3C7D204-61F3-4FFA-3385-F3B8E777E9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49" y="2057400"/>
            <a:ext cx="8439915" cy="4208852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EA342127-5152-C9F3-4595-C824FEF7027A}"/>
              </a:ext>
            </a:extLst>
          </p:cNvPr>
          <p:cNvSpPr txBox="1"/>
          <p:nvPr/>
        </p:nvSpPr>
        <p:spPr>
          <a:xfrm>
            <a:off x="511104" y="1182418"/>
            <a:ext cx="7107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highlight>
                  <a:srgbClr val="FFFF00"/>
                </a:highlight>
              </a:rPr>
              <a:t>Os alunos devem analisar este site. Depois, retiram este slide do PPT final.</a:t>
            </a:r>
          </a:p>
        </p:txBody>
      </p:sp>
    </p:spTree>
    <p:extLst>
      <p:ext uri="{BB962C8B-B14F-4D97-AF65-F5344CB8AC3E}">
        <p14:creationId xmlns:p14="http://schemas.microsoft.com/office/powerpoint/2010/main" val="3914919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4197</TotalTime>
  <Words>440</Words>
  <Application>Microsoft Office PowerPoint</Application>
  <PresentationFormat>Apresentação no Ecrã (4:3)</PresentationFormat>
  <Paragraphs>64</Paragraphs>
  <Slides>6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9" baseType="lpstr">
      <vt:lpstr>Arial</vt:lpstr>
      <vt:lpstr>Calibri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Jorge Ribeiro</cp:lastModifiedBy>
  <cp:revision>229</cp:revision>
  <cp:lastPrinted>2020-09-27T18:04:57Z</cp:lastPrinted>
  <dcterms:created xsi:type="dcterms:W3CDTF">2011-05-31T09:21:51Z</dcterms:created>
  <dcterms:modified xsi:type="dcterms:W3CDTF">2025-09-16T10:25:20Z</dcterms:modified>
</cp:coreProperties>
</file>