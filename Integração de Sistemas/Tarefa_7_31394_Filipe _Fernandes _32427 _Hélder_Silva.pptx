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09" r:id="rId2"/>
    <p:sldId id="258" r:id="rId3"/>
    <p:sldId id="352" r:id="rId4"/>
    <p:sldId id="353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62" r:id="rId26"/>
    <p:sldId id="351" r:id="rId27"/>
    <p:sldId id="260" r:id="rId2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79A51-E617-4D5E-BAF2-CECB1D5BD331}" v="31" dt="2025-10-12T13:58:45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2"/>
    <p:restoredTop sz="89660" autoAdjust="0"/>
  </p:normalViewPr>
  <p:slideViewPr>
    <p:cSldViewPr>
      <p:cViewPr>
        <p:scale>
          <a:sx n="100" d="100"/>
          <a:sy n="100" d="100"/>
        </p:scale>
        <p:origin x="1764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10-12T13:58:45.708" v="6831"/>
      <pc:docMkLst>
        <pc:docMk/>
      </pc:docMkLst>
      <pc:sldChg chg="modSp mod">
        <pc:chgData name="Ricardo Fernandes" userId="cf37fd8b0d3c9e95" providerId="LiveId" clId="{A4F44D94-3E07-43B7-B685-2636B760A42E}" dt="2025-10-12T13:56:04.385" v="6742" actId="20577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10-12T12:12:52.161" v="342" actId="20577"/>
          <ac:spMkLst>
            <pc:docMk/>
            <pc:sldMk cId="0" sldId="258"/>
            <ac:spMk id="4" creationId="{B421312E-9868-114E-A3C9-FCFB733482D4}"/>
          </ac:spMkLst>
        </pc:spChg>
        <pc:spChg chg="mod">
          <ac:chgData name="Ricardo Fernandes" userId="cf37fd8b0d3c9e95" providerId="LiveId" clId="{A4F44D94-3E07-43B7-B685-2636B760A42E}" dt="2025-10-12T13:56:04.385" v="6742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10-12T12:12:40.351" v="323" actId="20577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10-12T12:12:40.351" v="323" actId="20577"/>
          <ac:spMkLst>
            <pc:docMk/>
            <pc:sldMk cId="962301567" sldId="309"/>
            <ac:spMk id="3" creationId="{00000000-0000-0000-0000-000000000000}"/>
          </ac:spMkLst>
        </pc:spChg>
      </pc:sldChg>
      <pc:sldChg chg="addSp delSp modSp mod ord">
        <pc:chgData name="Ricardo Fernandes" userId="cf37fd8b0d3c9e95" providerId="LiveId" clId="{A4F44D94-3E07-43B7-B685-2636B760A42E}" dt="2025-10-12T13:58:45.708" v="6831"/>
        <pc:sldMkLst>
          <pc:docMk/>
          <pc:sldMk cId="4218271523" sldId="351"/>
        </pc:sldMkLst>
        <pc:spChg chg="mod ord">
          <ac:chgData name="Ricardo Fernandes" userId="cf37fd8b0d3c9e95" providerId="LiveId" clId="{A4F44D94-3E07-43B7-B685-2636B760A42E}" dt="2025-10-12T13:58:17.118" v="6819" actId="115"/>
          <ac:spMkLst>
            <pc:docMk/>
            <pc:sldMk cId="4218271523" sldId="351"/>
            <ac:spMk id="8" creationId="{B180FD03-E4A8-7DA1-22A9-97D115762088}"/>
          </ac:spMkLst>
        </pc:spChg>
        <pc:spChg chg="mod">
          <ac:chgData name="Ricardo Fernandes" userId="cf37fd8b0d3c9e95" providerId="LiveId" clId="{A4F44D94-3E07-43B7-B685-2636B760A42E}" dt="2025-10-12T13:58:45.708" v="6831"/>
          <ac:spMkLst>
            <pc:docMk/>
            <pc:sldMk cId="4218271523" sldId="351"/>
            <ac:spMk id="18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12T13:56:47.374" v="6744" actId="20577"/>
          <ac:spMkLst>
            <pc:docMk/>
            <pc:sldMk cId="4218271523" sldId="351"/>
            <ac:spMk id="9229" creationId="{00000000-0000-0000-0000-000000000000}"/>
          </ac:spMkLst>
        </pc:spChg>
        <pc:graphicFrameChg chg="add del modGraphic">
          <ac:chgData name="Ricardo Fernandes" userId="cf37fd8b0d3c9e95" providerId="LiveId" clId="{A4F44D94-3E07-43B7-B685-2636B760A42E}" dt="2025-10-12T13:56:53.451" v="6749" actId="478"/>
          <ac:graphicFrameMkLst>
            <pc:docMk/>
            <pc:sldMk cId="4218271523" sldId="351"/>
            <ac:graphicFrameMk id="9" creationId="{907ABF19-0DFD-8A6A-E691-74983FF98107}"/>
          </ac:graphicFrameMkLst>
        </pc:graphicFrameChg>
      </pc:sldChg>
      <pc:sldChg chg="modSp mod">
        <pc:chgData name="Ricardo Fernandes" userId="cf37fd8b0d3c9e95" providerId="LiveId" clId="{A4F44D94-3E07-43B7-B685-2636B760A42E}" dt="2025-10-12T12:12:57.918" v="343"/>
        <pc:sldMkLst>
          <pc:docMk/>
          <pc:sldMk cId="3715964316" sldId="352"/>
        </pc:sldMkLst>
        <pc:spChg chg="mod">
          <ac:chgData name="Ricardo Fernandes" userId="cf37fd8b0d3c9e95" providerId="LiveId" clId="{A4F44D94-3E07-43B7-B685-2636B760A42E}" dt="2025-10-12T12:12:57.918" v="343"/>
          <ac:spMkLst>
            <pc:docMk/>
            <pc:sldMk cId="3715964316" sldId="35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12T12:11:55.593" v="289" actId="20577"/>
          <ac:spMkLst>
            <pc:docMk/>
            <pc:sldMk cId="3715964316" sldId="352"/>
            <ac:spMk id="19" creationId="{3072EFB9-A7BA-FD67-E0B9-92326811007F}"/>
          </ac:spMkLst>
        </pc:spChg>
      </pc:sldChg>
      <pc:sldChg chg="addSp modSp mod">
        <pc:chgData name="Ricardo Fernandes" userId="cf37fd8b0d3c9e95" providerId="LiveId" clId="{A4F44D94-3E07-43B7-B685-2636B760A42E}" dt="2025-10-12T12:21:55.023" v="653" actId="313"/>
        <pc:sldMkLst>
          <pc:docMk/>
          <pc:sldMk cId="3578190116" sldId="353"/>
        </pc:sldMkLst>
        <pc:spChg chg="mod">
          <ac:chgData name="Ricardo Fernandes" userId="cf37fd8b0d3c9e95" providerId="LiveId" clId="{A4F44D94-3E07-43B7-B685-2636B760A42E}" dt="2025-10-12T12:13:27.272" v="346" actId="20577"/>
          <ac:spMkLst>
            <pc:docMk/>
            <pc:sldMk cId="3578190116" sldId="353"/>
            <ac:spMk id="4" creationId="{E3F11117-4829-A658-2D33-DF5357469244}"/>
          </ac:spMkLst>
        </pc:spChg>
        <pc:spChg chg="mod">
          <ac:chgData name="Ricardo Fernandes" userId="cf37fd8b0d3c9e95" providerId="LiveId" clId="{A4F44D94-3E07-43B7-B685-2636B760A42E}" dt="2025-10-12T12:13:02.320" v="344"/>
          <ac:spMkLst>
            <pc:docMk/>
            <pc:sldMk cId="3578190116" sldId="353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12T12:20:31.012" v="594" actId="20577"/>
          <ac:spMkLst>
            <pc:docMk/>
            <pc:sldMk cId="3578190116" sldId="353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12T12:21:55.023" v="653" actId="313"/>
          <ac:spMkLst>
            <pc:docMk/>
            <pc:sldMk cId="3578190116" sldId="353"/>
            <ac:spMk id="9229" creationId="{BC99A672-75CB-3480-3D0B-751C42A12185}"/>
          </ac:spMkLst>
        </pc:spChg>
        <pc:picChg chg="add mod">
          <ac:chgData name="Ricardo Fernandes" userId="cf37fd8b0d3c9e95" providerId="LiveId" clId="{A4F44D94-3E07-43B7-B685-2636B760A42E}" dt="2025-10-12T12:20:53.959" v="599" actId="1076"/>
          <ac:picMkLst>
            <pc:docMk/>
            <pc:sldMk cId="3578190116" sldId="353"/>
            <ac:picMk id="10" creationId="{1F117118-6D52-C112-5992-5A6324D4137F}"/>
          </ac:picMkLst>
        </pc:picChg>
      </pc:sldChg>
      <pc:sldChg chg="del">
        <pc:chgData name="Ricardo Fernandes" userId="cf37fd8b0d3c9e95" providerId="LiveId" clId="{A4F44D94-3E07-43B7-B685-2636B760A42E}" dt="2025-10-12T13:52:19.702" v="6180" actId="47"/>
        <pc:sldMkLst>
          <pc:docMk/>
          <pc:sldMk cId="3464593278" sldId="354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34069607" sldId="355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696323133" sldId="356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383868685" sldId="357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1221070133" sldId="358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25478499" sldId="359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855448420" sldId="360"/>
        </pc:sldMkLst>
      </pc:sldChg>
      <pc:sldChg chg="del">
        <pc:chgData name="Ricardo Fernandes" userId="cf37fd8b0d3c9e95" providerId="LiveId" clId="{A4F44D94-3E07-43B7-B685-2636B760A42E}" dt="2025-10-12T13:52:27.249" v="6182" actId="47"/>
        <pc:sldMkLst>
          <pc:docMk/>
          <pc:sldMk cId="2824255926" sldId="361"/>
        </pc:sldMkLst>
      </pc:sldChg>
      <pc:sldChg chg="modSp mod">
        <pc:chgData name="Ricardo Fernandes" userId="cf37fd8b0d3c9e95" providerId="LiveId" clId="{A4F44D94-3E07-43B7-B685-2636B760A42E}" dt="2025-10-12T13:58:20.086" v="6821" actId="115"/>
        <pc:sldMkLst>
          <pc:docMk/>
          <pc:sldMk cId="3232606489" sldId="362"/>
        </pc:sldMkLst>
        <pc:spChg chg="mod">
          <ac:chgData name="Ricardo Fernandes" userId="cf37fd8b0d3c9e95" providerId="LiveId" clId="{A4F44D94-3E07-43B7-B685-2636B760A42E}" dt="2025-10-12T13:58:20.086" v="6821" actId="115"/>
          <ac:spMkLst>
            <pc:docMk/>
            <pc:sldMk cId="3232606489" sldId="36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12T13:55:22.140" v="6692" actId="123"/>
          <ac:spMkLst>
            <pc:docMk/>
            <pc:sldMk cId="3232606489" sldId="362"/>
            <ac:spMk id="19" creationId="{3072EFB9-A7BA-FD67-E0B9-92326811007F}"/>
          </ac:spMkLst>
        </pc:spChg>
      </pc:sldChg>
      <pc:sldChg chg="addSp delSp modSp add mod">
        <pc:chgData name="Ricardo Fernandes" userId="cf37fd8b0d3c9e95" providerId="LiveId" clId="{A4F44D94-3E07-43B7-B685-2636B760A42E}" dt="2025-10-12T12:57:48.234" v="1097" actId="20577"/>
        <pc:sldMkLst>
          <pc:docMk/>
          <pc:sldMk cId="2621570080" sldId="363"/>
        </pc:sldMkLst>
        <pc:spChg chg="mod">
          <ac:chgData name="Ricardo Fernandes" userId="cf37fd8b0d3c9e95" providerId="LiveId" clId="{A4F44D94-3E07-43B7-B685-2636B760A42E}" dt="2025-10-12T12:25:13.367" v="966" actId="255"/>
          <ac:spMkLst>
            <pc:docMk/>
            <pc:sldMk cId="2621570080" sldId="363"/>
            <ac:spMk id="4" creationId="{8D3F7EBB-F14D-C644-3C70-0309C702C195}"/>
          </ac:spMkLst>
        </pc:spChg>
        <pc:spChg chg="mod">
          <ac:chgData name="Ricardo Fernandes" userId="cf37fd8b0d3c9e95" providerId="LiveId" clId="{A4F44D94-3E07-43B7-B685-2636B760A42E}" dt="2025-10-12T12:57:48.234" v="1097" actId="20577"/>
          <ac:spMkLst>
            <pc:docMk/>
            <pc:sldMk cId="2621570080" sldId="363"/>
            <ac:spMk id="19" creationId="{EC34261E-24F5-7243-A6C0-1C0AAE740996}"/>
          </ac:spMkLst>
        </pc:spChg>
        <pc:spChg chg="mod">
          <ac:chgData name="Ricardo Fernandes" userId="cf37fd8b0d3c9e95" providerId="LiveId" clId="{A4F44D94-3E07-43B7-B685-2636B760A42E}" dt="2025-10-12T12:22:24.756" v="659" actId="20577"/>
          <ac:spMkLst>
            <pc:docMk/>
            <pc:sldMk cId="2621570080" sldId="363"/>
            <ac:spMk id="9229" creationId="{3C46C604-B6AF-6125-EC3A-E594639B71B4}"/>
          </ac:spMkLst>
        </pc:spChg>
        <pc:picChg chg="del">
          <ac:chgData name="Ricardo Fernandes" userId="cf37fd8b0d3c9e95" providerId="LiveId" clId="{A4F44D94-3E07-43B7-B685-2636B760A42E}" dt="2025-10-12T12:20:59.670" v="601" actId="478"/>
          <ac:picMkLst>
            <pc:docMk/>
            <pc:sldMk cId="2621570080" sldId="363"/>
            <ac:picMk id="10" creationId="{48DCC1E3-1B86-155A-BD86-8592ED7E29A6}"/>
          </ac:picMkLst>
        </pc:picChg>
        <pc:picChg chg="add mod">
          <ac:chgData name="Ricardo Fernandes" userId="cf37fd8b0d3c9e95" providerId="LiveId" clId="{A4F44D94-3E07-43B7-B685-2636B760A42E}" dt="2025-10-12T12:24:50.756" v="959" actId="1076"/>
          <ac:picMkLst>
            <pc:docMk/>
            <pc:sldMk cId="2621570080" sldId="363"/>
            <ac:picMk id="11" creationId="{8368331F-05CD-9738-F484-655DC1D7E9E1}"/>
          </ac:picMkLst>
        </pc:picChg>
        <pc:picChg chg="add mod">
          <ac:chgData name="Ricardo Fernandes" userId="cf37fd8b0d3c9e95" providerId="LiveId" clId="{A4F44D94-3E07-43B7-B685-2636B760A42E}" dt="2025-10-12T12:25:03.403" v="961" actId="1076"/>
          <ac:picMkLst>
            <pc:docMk/>
            <pc:sldMk cId="2621570080" sldId="363"/>
            <ac:picMk id="14" creationId="{65C928F7-252D-9A26-4A43-D51AC45C0C17}"/>
          </ac:picMkLst>
        </pc:picChg>
        <pc:picChg chg="add mod">
          <ac:chgData name="Ricardo Fernandes" userId="cf37fd8b0d3c9e95" providerId="LiveId" clId="{A4F44D94-3E07-43B7-B685-2636B760A42E}" dt="2025-10-12T12:25:56.611" v="968" actId="1076"/>
          <ac:picMkLst>
            <pc:docMk/>
            <pc:sldMk cId="2621570080" sldId="363"/>
            <ac:picMk id="16" creationId="{B0E0B030-AC7A-E39A-D779-3B30F8DF494D}"/>
          </ac:picMkLst>
        </pc:picChg>
      </pc:sldChg>
      <pc:sldChg chg="addSp delSp modSp add mod">
        <pc:chgData name="Ricardo Fernandes" userId="cf37fd8b0d3c9e95" providerId="LiveId" clId="{A4F44D94-3E07-43B7-B685-2636B760A42E}" dt="2025-10-12T12:59:56.329" v="1258" actId="478"/>
        <pc:sldMkLst>
          <pc:docMk/>
          <pc:sldMk cId="1415958359" sldId="364"/>
        </pc:sldMkLst>
        <pc:spChg chg="del">
          <ac:chgData name="Ricardo Fernandes" userId="cf37fd8b0d3c9e95" providerId="LiveId" clId="{A4F44D94-3E07-43B7-B685-2636B760A42E}" dt="2025-10-12T12:59:56.329" v="1258" actId="478"/>
          <ac:spMkLst>
            <pc:docMk/>
            <pc:sldMk cId="1415958359" sldId="364"/>
            <ac:spMk id="4" creationId="{2397A389-E1EF-28FC-5C74-78B6B3EE3DB0}"/>
          </ac:spMkLst>
        </pc:spChg>
        <pc:spChg chg="add del">
          <ac:chgData name="Ricardo Fernandes" userId="cf37fd8b0d3c9e95" providerId="LiveId" clId="{A4F44D94-3E07-43B7-B685-2636B760A42E}" dt="2025-10-12T12:58:04.593" v="1104" actId="22"/>
          <ac:spMkLst>
            <pc:docMk/>
            <pc:sldMk cId="1415958359" sldId="364"/>
            <ac:spMk id="10" creationId="{8B77066F-19B9-1275-1A0C-635830C62B59}"/>
          </ac:spMkLst>
        </pc:spChg>
        <pc:spChg chg="add mod">
          <ac:chgData name="Ricardo Fernandes" userId="cf37fd8b0d3c9e95" providerId="LiveId" clId="{A4F44D94-3E07-43B7-B685-2636B760A42E}" dt="2025-10-12T12:59:51.647" v="1257" actId="20577"/>
          <ac:spMkLst>
            <pc:docMk/>
            <pc:sldMk cId="1415958359" sldId="364"/>
            <ac:spMk id="17" creationId="{B0E01CE7-3D86-FE8B-04E1-0D0013D5D28E}"/>
          </ac:spMkLst>
        </pc:spChg>
        <pc:spChg chg="mod">
          <ac:chgData name="Ricardo Fernandes" userId="cf37fd8b0d3c9e95" providerId="LiveId" clId="{A4F44D94-3E07-43B7-B685-2636B760A42E}" dt="2025-10-12T12:58:48.805" v="1106" actId="20577"/>
          <ac:spMkLst>
            <pc:docMk/>
            <pc:sldMk cId="1415958359" sldId="364"/>
            <ac:spMk id="19" creationId="{500BB51F-549F-486D-A7D5-47B4BB0B58B6}"/>
          </ac:spMkLst>
        </pc:spChg>
        <pc:spChg chg="mod">
          <ac:chgData name="Ricardo Fernandes" userId="cf37fd8b0d3c9e95" providerId="LiveId" clId="{A4F44D94-3E07-43B7-B685-2636B760A42E}" dt="2025-10-12T12:58:59.933" v="1114" actId="20577"/>
          <ac:spMkLst>
            <pc:docMk/>
            <pc:sldMk cId="1415958359" sldId="364"/>
            <ac:spMk id="9229" creationId="{F00954EA-EB88-77D6-B334-F53FC0B6122C}"/>
          </ac:spMkLst>
        </pc:spChg>
        <pc:picChg chg="del">
          <ac:chgData name="Ricardo Fernandes" userId="cf37fd8b0d3c9e95" providerId="LiveId" clId="{A4F44D94-3E07-43B7-B685-2636B760A42E}" dt="2025-10-12T12:58:00.432" v="1099" actId="478"/>
          <ac:picMkLst>
            <pc:docMk/>
            <pc:sldMk cId="1415958359" sldId="364"/>
            <ac:picMk id="11" creationId="{A61764CC-8455-17E8-D25D-9F6BE1ACD7ED}"/>
          </ac:picMkLst>
        </pc:picChg>
        <pc:picChg chg="del">
          <ac:chgData name="Ricardo Fernandes" userId="cf37fd8b0d3c9e95" providerId="LiveId" clId="{A4F44D94-3E07-43B7-B685-2636B760A42E}" dt="2025-10-12T12:58:01.243" v="1101" actId="478"/>
          <ac:picMkLst>
            <pc:docMk/>
            <pc:sldMk cId="1415958359" sldId="364"/>
            <ac:picMk id="14" creationId="{33569E61-635E-763B-16D8-89709D36DBF6}"/>
          </ac:picMkLst>
        </pc:picChg>
        <pc:picChg chg="add mod">
          <ac:chgData name="Ricardo Fernandes" userId="cf37fd8b0d3c9e95" providerId="LiveId" clId="{A4F44D94-3E07-43B7-B685-2636B760A42E}" dt="2025-10-12T12:58:54.744" v="1113" actId="1076"/>
          <ac:picMkLst>
            <pc:docMk/>
            <pc:sldMk cId="1415958359" sldId="364"/>
            <ac:picMk id="15" creationId="{A0A964C1-D71F-98B2-55E7-03BF16F2B7D9}"/>
          </ac:picMkLst>
        </pc:picChg>
        <pc:picChg chg="del">
          <ac:chgData name="Ricardo Fernandes" userId="cf37fd8b0d3c9e95" providerId="LiveId" clId="{A4F44D94-3E07-43B7-B685-2636B760A42E}" dt="2025-10-12T12:58:00.829" v="1100" actId="478"/>
          <ac:picMkLst>
            <pc:docMk/>
            <pc:sldMk cId="1415958359" sldId="364"/>
            <ac:picMk id="16" creationId="{19E5B732-8914-6622-15AE-0C0C889730C5}"/>
          </ac:picMkLst>
        </pc:picChg>
      </pc:sldChg>
      <pc:sldChg chg="addSp delSp modSp add mod">
        <pc:chgData name="Ricardo Fernandes" userId="cf37fd8b0d3c9e95" providerId="LiveId" clId="{A4F44D94-3E07-43B7-B685-2636B760A42E}" dt="2025-10-12T13:04:59.777" v="1874" actId="20577"/>
        <pc:sldMkLst>
          <pc:docMk/>
          <pc:sldMk cId="3257931356" sldId="365"/>
        </pc:sldMkLst>
        <pc:spChg chg="mod">
          <ac:chgData name="Ricardo Fernandes" userId="cf37fd8b0d3c9e95" providerId="LiveId" clId="{A4F44D94-3E07-43B7-B685-2636B760A42E}" dt="2025-10-12T13:04:59.777" v="1874" actId="20577"/>
          <ac:spMkLst>
            <pc:docMk/>
            <pc:sldMk cId="3257931356" sldId="365"/>
            <ac:spMk id="17" creationId="{09FDA39F-D155-A7DB-CE73-915E88FA3D3B}"/>
          </ac:spMkLst>
        </pc:spChg>
        <pc:spChg chg="mod">
          <ac:chgData name="Ricardo Fernandes" userId="cf37fd8b0d3c9e95" providerId="LiveId" clId="{A4F44D94-3E07-43B7-B685-2636B760A42E}" dt="2025-10-12T13:00:41.084" v="1265" actId="20577"/>
          <ac:spMkLst>
            <pc:docMk/>
            <pc:sldMk cId="3257931356" sldId="365"/>
            <ac:spMk id="9229" creationId="{757DB345-5B3A-A599-B65C-DD04484C2139}"/>
          </ac:spMkLst>
        </pc:spChg>
        <pc:picChg chg="add mod">
          <ac:chgData name="Ricardo Fernandes" userId="cf37fd8b0d3c9e95" providerId="LiveId" clId="{A4F44D94-3E07-43B7-B685-2636B760A42E}" dt="2025-10-12T13:03:45.976" v="1662" actId="1076"/>
          <ac:picMkLst>
            <pc:docMk/>
            <pc:sldMk cId="3257931356" sldId="365"/>
            <ac:picMk id="6" creationId="{88CC2200-1A22-58AD-719D-4A80BF186CC7}"/>
          </ac:picMkLst>
        </pc:picChg>
        <pc:picChg chg="add mod">
          <ac:chgData name="Ricardo Fernandes" userId="cf37fd8b0d3c9e95" providerId="LiveId" clId="{A4F44D94-3E07-43B7-B685-2636B760A42E}" dt="2025-10-12T13:03:58.243" v="1665" actId="1076"/>
          <ac:picMkLst>
            <pc:docMk/>
            <pc:sldMk cId="3257931356" sldId="365"/>
            <ac:picMk id="11" creationId="{94E7F5F3-200B-F314-7A79-F334C1B9DE9D}"/>
          </ac:picMkLst>
        </pc:picChg>
        <pc:picChg chg="del">
          <ac:chgData name="Ricardo Fernandes" userId="cf37fd8b0d3c9e95" providerId="LiveId" clId="{A4F44D94-3E07-43B7-B685-2636B760A42E}" dt="2025-10-12T13:00:44.568" v="1266" actId="478"/>
          <ac:picMkLst>
            <pc:docMk/>
            <pc:sldMk cId="3257931356" sldId="365"/>
            <ac:picMk id="15" creationId="{67422BA5-FB9C-1CF5-4F70-B9BC6A336621}"/>
          </ac:picMkLst>
        </pc:picChg>
      </pc:sldChg>
      <pc:sldChg chg="addSp delSp modSp add mod">
        <pc:chgData name="Ricardo Fernandes" userId="cf37fd8b0d3c9e95" providerId="LiveId" clId="{A4F44D94-3E07-43B7-B685-2636B760A42E}" dt="2025-10-12T13:06:21.870" v="2077" actId="20577"/>
        <pc:sldMkLst>
          <pc:docMk/>
          <pc:sldMk cId="115395682" sldId="366"/>
        </pc:sldMkLst>
        <pc:spChg chg="mod">
          <ac:chgData name="Ricardo Fernandes" userId="cf37fd8b0d3c9e95" providerId="LiveId" clId="{A4F44D94-3E07-43B7-B685-2636B760A42E}" dt="2025-10-12T13:06:21.870" v="2077" actId="20577"/>
          <ac:spMkLst>
            <pc:docMk/>
            <pc:sldMk cId="115395682" sldId="366"/>
            <ac:spMk id="17" creationId="{AF1028F2-4333-636C-740E-951243C12BFA}"/>
          </ac:spMkLst>
        </pc:spChg>
        <pc:picChg chg="del">
          <ac:chgData name="Ricardo Fernandes" userId="cf37fd8b0d3c9e95" providerId="LiveId" clId="{A4F44D94-3E07-43B7-B685-2636B760A42E}" dt="2025-10-12T13:05:11.125" v="1879" actId="478"/>
          <ac:picMkLst>
            <pc:docMk/>
            <pc:sldMk cId="115395682" sldId="366"/>
            <ac:picMk id="6" creationId="{C12FA485-BF83-22A9-25BE-6B6CD0FC71CD}"/>
          </ac:picMkLst>
        </pc:picChg>
        <pc:picChg chg="add mod">
          <ac:chgData name="Ricardo Fernandes" userId="cf37fd8b0d3c9e95" providerId="LiveId" clId="{A4F44D94-3E07-43B7-B685-2636B760A42E}" dt="2025-10-12T13:05:24.492" v="1881" actId="1076"/>
          <ac:picMkLst>
            <pc:docMk/>
            <pc:sldMk cId="115395682" sldId="366"/>
            <ac:picMk id="10" creationId="{A5A6E001-F856-7799-0701-696DFA192B2D}"/>
          </ac:picMkLst>
        </pc:picChg>
        <pc:picChg chg="del">
          <ac:chgData name="Ricardo Fernandes" userId="cf37fd8b0d3c9e95" providerId="LiveId" clId="{A4F44D94-3E07-43B7-B685-2636B760A42E}" dt="2025-10-12T13:05:07.973" v="1876" actId="478"/>
          <ac:picMkLst>
            <pc:docMk/>
            <pc:sldMk cId="115395682" sldId="366"/>
            <ac:picMk id="11" creationId="{6CAD1B9B-DA98-11CF-D558-72661A8513E9}"/>
          </ac:picMkLst>
        </pc:picChg>
      </pc:sldChg>
      <pc:sldChg chg="addSp delSp modSp add mod">
        <pc:chgData name="Ricardo Fernandes" userId="cf37fd8b0d3c9e95" providerId="LiveId" clId="{A4F44D94-3E07-43B7-B685-2636B760A42E}" dt="2025-10-12T13:10:13.776" v="2446" actId="115"/>
        <pc:sldMkLst>
          <pc:docMk/>
          <pc:sldMk cId="701346922" sldId="367"/>
        </pc:sldMkLst>
        <pc:spChg chg="mod">
          <ac:chgData name="Ricardo Fernandes" userId="cf37fd8b0d3c9e95" providerId="LiveId" clId="{A4F44D94-3E07-43B7-B685-2636B760A42E}" dt="2025-10-12T13:10:13.776" v="2446" actId="115"/>
          <ac:spMkLst>
            <pc:docMk/>
            <pc:sldMk cId="701346922" sldId="367"/>
            <ac:spMk id="17" creationId="{CA3FA0F9-40D1-F7F5-3378-FC112DF12FBC}"/>
          </ac:spMkLst>
        </pc:spChg>
        <pc:picChg chg="add mod">
          <ac:chgData name="Ricardo Fernandes" userId="cf37fd8b0d3c9e95" providerId="LiveId" clId="{A4F44D94-3E07-43B7-B685-2636B760A42E}" dt="2025-10-12T13:10:12.872" v="2445" actId="1076"/>
          <ac:picMkLst>
            <pc:docMk/>
            <pc:sldMk cId="701346922" sldId="367"/>
            <ac:picMk id="6" creationId="{03641D8B-7530-E138-F81D-507C642EA6E4}"/>
          </ac:picMkLst>
        </pc:picChg>
        <pc:picChg chg="del">
          <ac:chgData name="Ricardo Fernandes" userId="cf37fd8b0d3c9e95" providerId="LiveId" clId="{A4F44D94-3E07-43B7-B685-2636B760A42E}" dt="2025-10-12T13:07:19.097" v="2079" actId="478"/>
          <ac:picMkLst>
            <pc:docMk/>
            <pc:sldMk cId="701346922" sldId="367"/>
            <ac:picMk id="10" creationId="{CBAA0D99-F8E2-1298-2883-CD8396F2ED4A}"/>
          </ac:picMkLst>
        </pc:picChg>
      </pc:sldChg>
      <pc:sldChg chg="addSp delSp modSp add mod">
        <pc:chgData name="Ricardo Fernandes" userId="cf37fd8b0d3c9e95" providerId="LiveId" clId="{A4F44D94-3E07-43B7-B685-2636B760A42E}" dt="2025-10-12T13:13:56.504" v="2692" actId="1076"/>
        <pc:sldMkLst>
          <pc:docMk/>
          <pc:sldMk cId="3575741580" sldId="368"/>
        </pc:sldMkLst>
        <pc:spChg chg="mod">
          <ac:chgData name="Ricardo Fernandes" userId="cf37fd8b0d3c9e95" providerId="LiveId" clId="{A4F44D94-3E07-43B7-B685-2636B760A42E}" dt="2025-10-12T13:13:54.194" v="2691" actId="20577"/>
          <ac:spMkLst>
            <pc:docMk/>
            <pc:sldMk cId="3575741580" sldId="368"/>
            <ac:spMk id="17" creationId="{D8E12DD2-D9FB-D4A9-F6F1-A943DCC0DC50}"/>
          </ac:spMkLst>
        </pc:spChg>
        <pc:picChg chg="del">
          <ac:chgData name="Ricardo Fernandes" userId="cf37fd8b0d3c9e95" providerId="LiveId" clId="{A4F44D94-3E07-43B7-B685-2636B760A42E}" dt="2025-10-12T13:10:16.964" v="2448" actId="478"/>
          <ac:picMkLst>
            <pc:docMk/>
            <pc:sldMk cId="3575741580" sldId="368"/>
            <ac:picMk id="6" creationId="{05DFDB8E-AF14-6E9B-A73B-46C6800A23BB}"/>
          </ac:picMkLst>
        </pc:picChg>
        <pc:picChg chg="add mod">
          <ac:chgData name="Ricardo Fernandes" userId="cf37fd8b0d3c9e95" providerId="LiveId" clId="{A4F44D94-3E07-43B7-B685-2636B760A42E}" dt="2025-10-12T13:13:56.504" v="2692" actId="1076"/>
          <ac:picMkLst>
            <pc:docMk/>
            <pc:sldMk cId="3575741580" sldId="368"/>
            <ac:picMk id="10" creationId="{2D51689A-9D5A-6041-99C0-B331B0034EB9}"/>
          </ac:picMkLst>
        </pc:picChg>
      </pc:sldChg>
      <pc:sldChg chg="addSp delSp modSp add mod">
        <pc:chgData name="Ricardo Fernandes" userId="cf37fd8b0d3c9e95" providerId="LiveId" clId="{A4F44D94-3E07-43B7-B685-2636B760A42E}" dt="2025-10-12T13:16:04.451" v="2832" actId="20577"/>
        <pc:sldMkLst>
          <pc:docMk/>
          <pc:sldMk cId="3322050093" sldId="369"/>
        </pc:sldMkLst>
        <pc:spChg chg="mod">
          <ac:chgData name="Ricardo Fernandes" userId="cf37fd8b0d3c9e95" providerId="LiveId" clId="{A4F44D94-3E07-43B7-B685-2636B760A42E}" dt="2025-10-12T13:14:01.458" v="2696" actId="27636"/>
          <ac:spMkLst>
            <pc:docMk/>
            <pc:sldMk cId="3322050093" sldId="369"/>
            <ac:spMk id="17" creationId="{40B5EA2F-601E-6E08-54B7-44DC77DB9BD4}"/>
          </ac:spMkLst>
        </pc:spChg>
        <pc:spChg chg="mod">
          <ac:chgData name="Ricardo Fernandes" userId="cf37fd8b0d3c9e95" providerId="LiveId" clId="{A4F44D94-3E07-43B7-B685-2636B760A42E}" dt="2025-10-12T13:16:04.451" v="2832" actId="20577"/>
          <ac:spMkLst>
            <pc:docMk/>
            <pc:sldMk cId="3322050093" sldId="369"/>
            <ac:spMk id="19" creationId="{5FFC36EB-77C5-857A-611F-776640726F61}"/>
          </ac:spMkLst>
        </pc:spChg>
        <pc:picChg chg="add mod">
          <ac:chgData name="Ricardo Fernandes" userId="cf37fd8b0d3c9e95" providerId="LiveId" clId="{A4F44D94-3E07-43B7-B685-2636B760A42E}" dt="2025-10-12T13:14:29.219" v="2698" actId="1076"/>
          <ac:picMkLst>
            <pc:docMk/>
            <pc:sldMk cId="3322050093" sldId="369"/>
            <ac:picMk id="6" creationId="{A9674BEC-B470-8602-F432-C0D2C60FA69C}"/>
          </ac:picMkLst>
        </pc:picChg>
        <pc:picChg chg="del">
          <ac:chgData name="Ricardo Fernandes" userId="cf37fd8b0d3c9e95" providerId="LiveId" clId="{A4F44D94-3E07-43B7-B685-2636B760A42E}" dt="2025-10-12T13:14:00.502" v="2694" actId="478"/>
          <ac:picMkLst>
            <pc:docMk/>
            <pc:sldMk cId="3322050093" sldId="369"/>
            <ac:picMk id="10" creationId="{93F9D72E-E0CC-90C9-5ADB-36FE21056618}"/>
          </ac:picMkLst>
        </pc:picChg>
      </pc:sldChg>
      <pc:sldChg chg="addSp delSp modSp add mod">
        <pc:chgData name="Ricardo Fernandes" userId="cf37fd8b0d3c9e95" providerId="LiveId" clId="{A4F44D94-3E07-43B7-B685-2636B760A42E}" dt="2025-10-12T13:19:38.185" v="3007" actId="20577"/>
        <pc:sldMkLst>
          <pc:docMk/>
          <pc:sldMk cId="3582819009" sldId="370"/>
        </pc:sldMkLst>
        <pc:spChg chg="mod">
          <ac:chgData name="Ricardo Fernandes" userId="cf37fd8b0d3c9e95" providerId="LiveId" clId="{A4F44D94-3E07-43B7-B685-2636B760A42E}" dt="2025-10-12T13:19:38.185" v="3007" actId="20577"/>
          <ac:spMkLst>
            <pc:docMk/>
            <pc:sldMk cId="3582819009" sldId="370"/>
            <ac:spMk id="19" creationId="{6147FF9E-9A99-6E2E-B707-04BDD112E210}"/>
          </ac:spMkLst>
        </pc:spChg>
        <pc:picChg chg="del">
          <ac:chgData name="Ricardo Fernandes" userId="cf37fd8b0d3c9e95" providerId="LiveId" clId="{A4F44D94-3E07-43B7-B685-2636B760A42E}" dt="2025-10-12T13:16:09.106" v="2834" actId="478"/>
          <ac:picMkLst>
            <pc:docMk/>
            <pc:sldMk cId="3582819009" sldId="370"/>
            <ac:picMk id="6" creationId="{26BC3607-2C0E-33BC-338E-EB862527C0FC}"/>
          </ac:picMkLst>
        </pc:picChg>
        <pc:picChg chg="add del mod">
          <ac:chgData name="Ricardo Fernandes" userId="cf37fd8b0d3c9e95" providerId="LiveId" clId="{A4F44D94-3E07-43B7-B685-2636B760A42E}" dt="2025-10-12T13:19:26.543" v="3002" actId="478"/>
          <ac:picMkLst>
            <pc:docMk/>
            <pc:sldMk cId="3582819009" sldId="370"/>
            <ac:picMk id="10" creationId="{390571D7-F6A5-3B35-18FF-AD4579528458}"/>
          </ac:picMkLst>
        </pc:picChg>
        <pc:picChg chg="add mod">
          <ac:chgData name="Ricardo Fernandes" userId="cf37fd8b0d3c9e95" providerId="LiveId" clId="{A4F44D94-3E07-43B7-B685-2636B760A42E}" dt="2025-10-12T13:19:37.192" v="3004" actId="1076"/>
          <ac:picMkLst>
            <pc:docMk/>
            <pc:sldMk cId="3582819009" sldId="370"/>
            <ac:picMk id="12" creationId="{8414D960-CFF0-C99C-A759-BFBF3F121456}"/>
          </ac:picMkLst>
        </pc:picChg>
      </pc:sldChg>
      <pc:sldChg chg="addSp delSp modSp add mod">
        <pc:chgData name="Ricardo Fernandes" userId="cf37fd8b0d3c9e95" providerId="LiveId" clId="{A4F44D94-3E07-43B7-B685-2636B760A42E}" dt="2025-10-12T13:21:49.934" v="3354" actId="20577"/>
        <pc:sldMkLst>
          <pc:docMk/>
          <pc:sldMk cId="3425661872" sldId="371"/>
        </pc:sldMkLst>
        <pc:spChg chg="mod">
          <ac:chgData name="Ricardo Fernandes" userId="cf37fd8b0d3c9e95" providerId="LiveId" clId="{A4F44D94-3E07-43B7-B685-2636B760A42E}" dt="2025-10-12T13:21:49.934" v="3354" actId="20577"/>
          <ac:spMkLst>
            <pc:docMk/>
            <pc:sldMk cId="3425661872" sldId="371"/>
            <ac:spMk id="19" creationId="{CFB8383B-18B1-E5E3-7247-4818E70F0DD8}"/>
          </ac:spMkLst>
        </pc:spChg>
        <pc:picChg chg="add mod">
          <ac:chgData name="Ricardo Fernandes" userId="cf37fd8b0d3c9e95" providerId="LiveId" clId="{A4F44D94-3E07-43B7-B685-2636B760A42E}" dt="2025-10-12T13:19:47.371" v="3010" actId="1076"/>
          <ac:picMkLst>
            <pc:docMk/>
            <pc:sldMk cId="3425661872" sldId="371"/>
            <ac:picMk id="6" creationId="{D033D3B6-8C37-B1CC-4338-99EE092C34D4}"/>
          </ac:picMkLst>
        </pc:picChg>
        <pc:picChg chg="del">
          <ac:chgData name="Ricardo Fernandes" userId="cf37fd8b0d3c9e95" providerId="LiveId" clId="{A4F44D94-3E07-43B7-B685-2636B760A42E}" dt="2025-10-12T13:19:39.710" v="3008" actId="478"/>
          <ac:picMkLst>
            <pc:docMk/>
            <pc:sldMk cId="3425661872" sldId="371"/>
            <ac:picMk id="10" creationId="{7E0A80EB-7D39-5F25-6081-FA56C8592C96}"/>
          </ac:picMkLst>
        </pc:picChg>
      </pc:sldChg>
      <pc:sldChg chg="addSp delSp modSp add mod">
        <pc:chgData name="Ricardo Fernandes" userId="cf37fd8b0d3c9e95" providerId="LiveId" clId="{A4F44D94-3E07-43B7-B685-2636B760A42E}" dt="2025-10-12T13:25:28.239" v="3789" actId="478"/>
        <pc:sldMkLst>
          <pc:docMk/>
          <pc:sldMk cId="370400844" sldId="372"/>
        </pc:sldMkLst>
        <pc:spChg chg="del mod">
          <ac:chgData name="Ricardo Fernandes" userId="cf37fd8b0d3c9e95" providerId="LiveId" clId="{A4F44D94-3E07-43B7-B685-2636B760A42E}" dt="2025-10-12T13:24:42.435" v="3693" actId="478"/>
          <ac:spMkLst>
            <pc:docMk/>
            <pc:sldMk cId="370400844" sldId="372"/>
            <ac:spMk id="17" creationId="{B0407352-5CDE-B76E-7418-1E4B68197833}"/>
          </ac:spMkLst>
        </pc:spChg>
        <pc:spChg chg="mod">
          <ac:chgData name="Ricardo Fernandes" userId="cf37fd8b0d3c9e95" providerId="LiveId" clId="{A4F44D94-3E07-43B7-B685-2636B760A42E}" dt="2025-10-12T13:25:26.681" v="3788" actId="20577"/>
          <ac:spMkLst>
            <pc:docMk/>
            <pc:sldMk cId="370400844" sldId="372"/>
            <ac:spMk id="19" creationId="{314B6796-0AA7-3293-682B-78DBCD5A4E3F}"/>
          </ac:spMkLst>
        </pc:spChg>
        <pc:picChg chg="del">
          <ac:chgData name="Ricardo Fernandes" userId="cf37fd8b0d3c9e95" providerId="LiveId" clId="{A4F44D94-3E07-43B7-B685-2636B760A42E}" dt="2025-10-12T13:22:13.015" v="3356" actId="478"/>
          <ac:picMkLst>
            <pc:docMk/>
            <pc:sldMk cId="370400844" sldId="372"/>
            <ac:picMk id="6" creationId="{F81B864F-3DE8-C853-EB6F-6531B443244B}"/>
          </ac:picMkLst>
        </pc:picChg>
        <pc:picChg chg="add mod">
          <ac:chgData name="Ricardo Fernandes" userId="cf37fd8b0d3c9e95" providerId="LiveId" clId="{A4F44D94-3E07-43B7-B685-2636B760A42E}" dt="2025-10-12T13:22:15.090" v="3358" actId="1076"/>
          <ac:picMkLst>
            <pc:docMk/>
            <pc:sldMk cId="370400844" sldId="372"/>
            <ac:picMk id="10" creationId="{5E554C06-8933-A09D-0383-16D3A0D1B54F}"/>
          </ac:picMkLst>
        </pc:picChg>
        <pc:picChg chg="add del mod">
          <ac:chgData name="Ricardo Fernandes" userId="cf37fd8b0d3c9e95" providerId="LiveId" clId="{A4F44D94-3E07-43B7-B685-2636B760A42E}" dt="2025-10-12T13:25:28.239" v="3789" actId="478"/>
          <ac:picMkLst>
            <pc:docMk/>
            <pc:sldMk cId="370400844" sldId="372"/>
            <ac:picMk id="12" creationId="{AD79708A-69B8-88B2-5DF4-8147BF78EEC6}"/>
          </ac:picMkLst>
        </pc:picChg>
      </pc:sldChg>
      <pc:sldChg chg="addSp delSp modSp add mod">
        <pc:chgData name="Ricardo Fernandes" userId="cf37fd8b0d3c9e95" providerId="LiveId" clId="{A4F44D94-3E07-43B7-B685-2636B760A42E}" dt="2025-10-12T13:28:32.017" v="4145" actId="20577"/>
        <pc:sldMkLst>
          <pc:docMk/>
          <pc:sldMk cId="540821006" sldId="373"/>
        </pc:sldMkLst>
        <pc:spChg chg="mod">
          <ac:chgData name="Ricardo Fernandes" userId="cf37fd8b0d3c9e95" providerId="LiveId" clId="{A4F44D94-3E07-43B7-B685-2636B760A42E}" dt="2025-10-12T13:28:32.017" v="4145" actId="20577"/>
          <ac:spMkLst>
            <pc:docMk/>
            <pc:sldMk cId="540821006" sldId="373"/>
            <ac:spMk id="19" creationId="{78795036-2AB0-162A-B9C4-4346275F6103}"/>
          </ac:spMkLst>
        </pc:spChg>
        <pc:picChg chg="add del mod">
          <ac:chgData name="Ricardo Fernandes" userId="cf37fd8b0d3c9e95" providerId="LiveId" clId="{A4F44D94-3E07-43B7-B685-2636B760A42E}" dt="2025-10-12T13:28:29.323" v="4140" actId="478"/>
          <ac:picMkLst>
            <pc:docMk/>
            <pc:sldMk cId="540821006" sldId="373"/>
            <ac:picMk id="6" creationId="{9DB00422-5C23-293E-8AEE-FAAFBD165412}"/>
          </ac:picMkLst>
        </pc:picChg>
        <pc:picChg chg="del">
          <ac:chgData name="Ricardo Fernandes" userId="cf37fd8b0d3c9e95" providerId="LiveId" clId="{A4F44D94-3E07-43B7-B685-2636B760A42E}" dt="2025-10-12T13:26:14.039" v="3791" actId="478"/>
          <ac:picMkLst>
            <pc:docMk/>
            <pc:sldMk cId="540821006" sldId="373"/>
            <ac:picMk id="10" creationId="{F0BF5BED-2BD5-35E3-7FB6-865C21EA99E3}"/>
          </ac:picMkLst>
        </pc:picChg>
        <pc:picChg chg="add mod">
          <ac:chgData name="Ricardo Fernandes" userId="cf37fd8b0d3c9e95" providerId="LiveId" clId="{A4F44D94-3E07-43B7-B685-2636B760A42E}" dt="2025-10-12T13:28:30.960" v="4142" actId="1076"/>
          <ac:picMkLst>
            <pc:docMk/>
            <pc:sldMk cId="540821006" sldId="373"/>
            <ac:picMk id="12" creationId="{08F5B423-E324-63CF-3A9C-8BE9B88920B9}"/>
          </ac:picMkLst>
        </pc:picChg>
      </pc:sldChg>
      <pc:sldChg chg="addSp delSp modSp add mod">
        <pc:chgData name="Ricardo Fernandes" userId="cf37fd8b0d3c9e95" providerId="LiveId" clId="{A4F44D94-3E07-43B7-B685-2636B760A42E}" dt="2025-10-12T13:29:29.542" v="4230" actId="20577"/>
        <pc:sldMkLst>
          <pc:docMk/>
          <pc:sldMk cId="2778198369" sldId="374"/>
        </pc:sldMkLst>
        <pc:spChg chg="mod">
          <ac:chgData name="Ricardo Fernandes" userId="cf37fd8b0d3c9e95" providerId="LiveId" clId="{A4F44D94-3E07-43B7-B685-2636B760A42E}" dt="2025-10-12T13:29:29.542" v="4230" actId="20577"/>
          <ac:spMkLst>
            <pc:docMk/>
            <pc:sldMk cId="2778198369" sldId="374"/>
            <ac:spMk id="19" creationId="{117E52D6-77BF-E151-BAE5-5EC93D770A26}"/>
          </ac:spMkLst>
        </pc:spChg>
        <pc:picChg chg="add mod">
          <ac:chgData name="Ricardo Fernandes" userId="cf37fd8b0d3c9e95" providerId="LiveId" clId="{A4F44D94-3E07-43B7-B685-2636B760A42E}" dt="2025-10-12T13:29:08.229" v="4150" actId="1076"/>
          <ac:picMkLst>
            <pc:docMk/>
            <pc:sldMk cId="2778198369" sldId="374"/>
            <ac:picMk id="6" creationId="{CBDF117E-4F05-8214-6105-7E6C90BD29C0}"/>
          </ac:picMkLst>
        </pc:picChg>
        <pc:picChg chg="del">
          <ac:chgData name="Ricardo Fernandes" userId="cf37fd8b0d3c9e95" providerId="LiveId" clId="{A4F44D94-3E07-43B7-B685-2636B760A42E}" dt="2025-10-12T13:29:04.500" v="4147" actId="478"/>
          <ac:picMkLst>
            <pc:docMk/>
            <pc:sldMk cId="2778198369" sldId="374"/>
            <ac:picMk id="12" creationId="{6C23E224-D8B6-94ED-5FA1-DC42BCD60A79}"/>
          </ac:picMkLst>
        </pc:picChg>
      </pc:sldChg>
      <pc:sldChg chg="addSp delSp modSp add mod">
        <pc:chgData name="Ricardo Fernandes" userId="cf37fd8b0d3c9e95" providerId="LiveId" clId="{A4F44D94-3E07-43B7-B685-2636B760A42E}" dt="2025-10-12T13:32:22.664" v="4665" actId="20577"/>
        <pc:sldMkLst>
          <pc:docMk/>
          <pc:sldMk cId="2309911693" sldId="375"/>
        </pc:sldMkLst>
        <pc:spChg chg="mod">
          <ac:chgData name="Ricardo Fernandes" userId="cf37fd8b0d3c9e95" providerId="LiveId" clId="{A4F44D94-3E07-43B7-B685-2636B760A42E}" dt="2025-10-12T13:32:22.664" v="4665" actId="20577"/>
          <ac:spMkLst>
            <pc:docMk/>
            <pc:sldMk cId="2309911693" sldId="375"/>
            <ac:spMk id="19" creationId="{6903B53F-090B-A4F4-28C6-F874C3EAC03D}"/>
          </ac:spMkLst>
        </pc:spChg>
        <pc:picChg chg="del">
          <ac:chgData name="Ricardo Fernandes" userId="cf37fd8b0d3c9e95" providerId="LiveId" clId="{A4F44D94-3E07-43B7-B685-2636B760A42E}" dt="2025-10-12T13:29:32.491" v="4232" actId="478"/>
          <ac:picMkLst>
            <pc:docMk/>
            <pc:sldMk cId="2309911693" sldId="375"/>
            <ac:picMk id="6" creationId="{952AEF1E-1548-08CF-1268-29F58637D5B4}"/>
          </ac:picMkLst>
        </pc:picChg>
        <pc:picChg chg="add mod">
          <ac:chgData name="Ricardo Fernandes" userId="cf37fd8b0d3c9e95" providerId="LiveId" clId="{A4F44D94-3E07-43B7-B685-2636B760A42E}" dt="2025-10-12T13:30:13.450" v="4235" actId="1076"/>
          <ac:picMkLst>
            <pc:docMk/>
            <pc:sldMk cId="2309911693" sldId="375"/>
            <ac:picMk id="10" creationId="{5319B49E-D5DE-4584-A294-257D99562EEA}"/>
          </ac:picMkLst>
        </pc:picChg>
      </pc:sldChg>
      <pc:sldChg chg="addSp delSp modSp add mod">
        <pc:chgData name="Ricardo Fernandes" userId="cf37fd8b0d3c9e95" providerId="LiveId" clId="{A4F44D94-3E07-43B7-B685-2636B760A42E}" dt="2025-10-12T13:35:07.064" v="4855" actId="20577"/>
        <pc:sldMkLst>
          <pc:docMk/>
          <pc:sldMk cId="872339032" sldId="376"/>
        </pc:sldMkLst>
        <pc:spChg chg="mod">
          <ac:chgData name="Ricardo Fernandes" userId="cf37fd8b0d3c9e95" providerId="LiveId" clId="{A4F44D94-3E07-43B7-B685-2636B760A42E}" dt="2025-10-12T13:35:07.064" v="4855" actId="20577"/>
          <ac:spMkLst>
            <pc:docMk/>
            <pc:sldMk cId="872339032" sldId="376"/>
            <ac:spMk id="19" creationId="{554C2603-D5B0-B1FD-4C79-ED22CB01F74C}"/>
          </ac:spMkLst>
        </pc:spChg>
        <pc:spChg chg="mod">
          <ac:chgData name="Ricardo Fernandes" userId="cf37fd8b0d3c9e95" providerId="LiveId" clId="{A4F44D94-3E07-43B7-B685-2636B760A42E}" dt="2025-10-12T13:32:31.002" v="4675" actId="20577"/>
          <ac:spMkLst>
            <pc:docMk/>
            <pc:sldMk cId="872339032" sldId="376"/>
            <ac:spMk id="9229" creationId="{D4DAB7C2-0289-44B1-CAE6-7AFBFEBE64A5}"/>
          </ac:spMkLst>
        </pc:spChg>
        <pc:picChg chg="add mod">
          <ac:chgData name="Ricardo Fernandes" userId="cf37fd8b0d3c9e95" providerId="LiveId" clId="{A4F44D94-3E07-43B7-B685-2636B760A42E}" dt="2025-10-12T13:34:23.182" v="4684" actId="1076"/>
          <ac:picMkLst>
            <pc:docMk/>
            <pc:sldMk cId="872339032" sldId="376"/>
            <ac:picMk id="6" creationId="{088CF77F-CCFE-08DD-75CA-DF300CCD2FED}"/>
          </ac:picMkLst>
        </pc:picChg>
        <pc:picChg chg="del">
          <ac:chgData name="Ricardo Fernandes" userId="cf37fd8b0d3c9e95" providerId="LiveId" clId="{A4F44D94-3E07-43B7-B685-2636B760A42E}" dt="2025-10-12T13:32:32.777" v="4676" actId="478"/>
          <ac:picMkLst>
            <pc:docMk/>
            <pc:sldMk cId="872339032" sldId="376"/>
            <ac:picMk id="10" creationId="{64B9EC05-B625-22F9-33DE-928FFC3EBF11}"/>
          </ac:picMkLst>
        </pc:picChg>
      </pc:sldChg>
      <pc:sldChg chg="addSp delSp modSp add mod">
        <pc:chgData name="Ricardo Fernandes" userId="cf37fd8b0d3c9e95" providerId="LiveId" clId="{A4F44D94-3E07-43B7-B685-2636B760A42E}" dt="2025-10-12T13:58:08.884" v="6817" actId="1076"/>
        <pc:sldMkLst>
          <pc:docMk/>
          <pc:sldMk cId="1316903218" sldId="377"/>
        </pc:sldMkLst>
        <pc:spChg chg="mod">
          <ac:chgData name="Ricardo Fernandes" userId="cf37fd8b0d3c9e95" providerId="LiveId" clId="{A4F44D94-3E07-43B7-B685-2636B760A42E}" dt="2025-10-12T13:58:08.884" v="6817" actId="1076"/>
          <ac:spMkLst>
            <pc:docMk/>
            <pc:sldMk cId="1316903218" sldId="377"/>
            <ac:spMk id="8" creationId="{F2885C55-C58C-4D9F-26CB-A7BD8AE0E224}"/>
          </ac:spMkLst>
        </pc:spChg>
        <pc:spChg chg="mod">
          <ac:chgData name="Ricardo Fernandes" userId="cf37fd8b0d3c9e95" providerId="LiveId" clId="{A4F44D94-3E07-43B7-B685-2636B760A42E}" dt="2025-10-12T13:42:35.629" v="5130" actId="20577"/>
          <ac:spMkLst>
            <pc:docMk/>
            <pc:sldMk cId="1316903218" sldId="377"/>
            <ac:spMk id="19" creationId="{98AA0C48-6B0D-F495-82F2-51F973C0AAC6}"/>
          </ac:spMkLst>
        </pc:spChg>
        <pc:spChg chg="mod">
          <ac:chgData name="Ricardo Fernandes" userId="cf37fd8b0d3c9e95" providerId="LiveId" clId="{A4F44D94-3E07-43B7-B685-2636B760A42E}" dt="2025-10-12T13:35:21.523" v="4865" actId="20577"/>
          <ac:spMkLst>
            <pc:docMk/>
            <pc:sldMk cId="1316903218" sldId="377"/>
            <ac:spMk id="9229" creationId="{2369ED00-0CD6-B8BE-FF49-845938546E8A}"/>
          </ac:spMkLst>
        </pc:spChg>
        <pc:picChg chg="del">
          <ac:chgData name="Ricardo Fernandes" userId="cf37fd8b0d3c9e95" providerId="LiveId" clId="{A4F44D94-3E07-43B7-B685-2636B760A42E}" dt="2025-10-12T13:35:11.406" v="4857" actId="478"/>
          <ac:picMkLst>
            <pc:docMk/>
            <pc:sldMk cId="1316903218" sldId="377"/>
            <ac:picMk id="6" creationId="{8EDC3B79-D376-DC86-38A5-B0177846F7FA}"/>
          </ac:picMkLst>
        </pc:picChg>
        <pc:picChg chg="add mod">
          <ac:chgData name="Ricardo Fernandes" userId="cf37fd8b0d3c9e95" providerId="LiveId" clId="{A4F44D94-3E07-43B7-B685-2636B760A42E}" dt="2025-10-12T13:42:53.926" v="5135" actId="1076"/>
          <ac:picMkLst>
            <pc:docMk/>
            <pc:sldMk cId="1316903218" sldId="377"/>
            <ac:picMk id="10" creationId="{67921CB4-1E6D-2FE3-80C3-F40FD8F1051E}"/>
          </ac:picMkLst>
        </pc:picChg>
      </pc:sldChg>
      <pc:sldChg chg="addSp delSp modSp add mod">
        <pc:chgData name="Ricardo Fernandes" userId="cf37fd8b0d3c9e95" providerId="LiveId" clId="{A4F44D94-3E07-43B7-B685-2636B760A42E}" dt="2025-10-12T13:43:56.090" v="5193" actId="20577"/>
        <pc:sldMkLst>
          <pc:docMk/>
          <pc:sldMk cId="798739074" sldId="378"/>
        </pc:sldMkLst>
        <pc:spChg chg="mod">
          <ac:chgData name="Ricardo Fernandes" userId="cf37fd8b0d3c9e95" providerId="LiveId" clId="{A4F44D94-3E07-43B7-B685-2636B760A42E}" dt="2025-10-12T13:43:56.090" v="5193" actId="20577"/>
          <ac:spMkLst>
            <pc:docMk/>
            <pc:sldMk cId="798739074" sldId="378"/>
            <ac:spMk id="19" creationId="{6839FEB7-4B5A-2112-B7A7-659A0B5B4EF5}"/>
          </ac:spMkLst>
        </pc:spChg>
        <pc:spChg chg="mod">
          <ac:chgData name="Ricardo Fernandes" userId="cf37fd8b0d3c9e95" providerId="LiveId" clId="{A4F44D94-3E07-43B7-B685-2636B760A42E}" dt="2025-10-12T13:43:13.020" v="5181" actId="20577"/>
          <ac:spMkLst>
            <pc:docMk/>
            <pc:sldMk cId="798739074" sldId="378"/>
            <ac:spMk id="9229" creationId="{57713969-96A2-0440-CE47-0C609B2D87C6}"/>
          </ac:spMkLst>
        </pc:spChg>
        <pc:picChg chg="add mod">
          <ac:chgData name="Ricardo Fernandes" userId="cf37fd8b0d3c9e95" providerId="LiveId" clId="{A4F44D94-3E07-43B7-B685-2636B760A42E}" dt="2025-10-12T13:43:53.628" v="5191" actId="1076"/>
          <ac:picMkLst>
            <pc:docMk/>
            <pc:sldMk cId="798739074" sldId="378"/>
            <ac:picMk id="6" creationId="{2F2E40F8-1EA5-5177-252A-C4EEA0752BED}"/>
          </ac:picMkLst>
        </pc:picChg>
        <pc:picChg chg="del">
          <ac:chgData name="Ricardo Fernandes" userId="cf37fd8b0d3c9e95" providerId="LiveId" clId="{A4F44D94-3E07-43B7-B685-2636B760A42E}" dt="2025-10-12T13:42:59.793" v="5137" actId="478"/>
          <ac:picMkLst>
            <pc:docMk/>
            <pc:sldMk cId="798739074" sldId="378"/>
            <ac:picMk id="10" creationId="{549B5850-FEBD-B64A-044B-48D1CE4B7FE2}"/>
          </ac:picMkLst>
        </pc:picChg>
      </pc:sldChg>
      <pc:sldChg chg="delSp modSp add mod">
        <pc:chgData name="Ricardo Fernandes" userId="cf37fd8b0d3c9e95" providerId="LiveId" clId="{A4F44D94-3E07-43B7-B685-2636B760A42E}" dt="2025-10-12T13:50:12.036" v="5994" actId="115"/>
        <pc:sldMkLst>
          <pc:docMk/>
          <pc:sldMk cId="855344810" sldId="379"/>
        </pc:sldMkLst>
        <pc:spChg chg="mod">
          <ac:chgData name="Ricardo Fernandes" userId="cf37fd8b0d3c9e95" providerId="LiveId" clId="{A4F44D94-3E07-43B7-B685-2636B760A42E}" dt="2025-10-12T13:50:12.036" v="5994" actId="115"/>
          <ac:spMkLst>
            <pc:docMk/>
            <pc:sldMk cId="855344810" sldId="379"/>
            <ac:spMk id="19" creationId="{238ADB70-7094-11E6-A460-B009A9554476}"/>
          </ac:spMkLst>
        </pc:spChg>
        <pc:picChg chg="del">
          <ac:chgData name="Ricardo Fernandes" userId="cf37fd8b0d3c9e95" providerId="LiveId" clId="{A4F44D94-3E07-43B7-B685-2636B760A42E}" dt="2025-10-12T13:44:12.226" v="5195" actId="478"/>
          <ac:picMkLst>
            <pc:docMk/>
            <pc:sldMk cId="855344810" sldId="379"/>
            <ac:picMk id="6" creationId="{3BA0FE0C-74C9-3236-65C6-75DD751597CE}"/>
          </ac:picMkLst>
        </pc:picChg>
      </pc:sldChg>
      <pc:sldChg chg="addSp modSp add mod">
        <pc:chgData name="Ricardo Fernandes" userId="cf37fd8b0d3c9e95" providerId="LiveId" clId="{A4F44D94-3E07-43B7-B685-2636B760A42E}" dt="2025-10-12T13:50:28.621" v="5999" actId="1076"/>
        <pc:sldMkLst>
          <pc:docMk/>
          <pc:sldMk cId="993062561" sldId="380"/>
        </pc:sldMkLst>
        <pc:spChg chg="mod">
          <ac:chgData name="Ricardo Fernandes" userId="cf37fd8b0d3c9e95" providerId="LiveId" clId="{A4F44D94-3E07-43B7-B685-2636B760A42E}" dt="2025-10-12T13:50:25.335" v="5996" actId="20577"/>
          <ac:spMkLst>
            <pc:docMk/>
            <pc:sldMk cId="993062561" sldId="380"/>
            <ac:spMk id="19" creationId="{1CC19F5C-105D-2EDE-DD3E-A8C73214F301}"/>
          </ac:spMkLst>
        </pc:spChg>
        <pc:picChg chg="add mod">
          <ac:chgData name="Ricardo Fernandes" userId="cf37fd8b0d3c9e95" providerId="LiveId" clId="{A4F44D94-3E07-43B7-B685-2636B760A42E}" dt="2025-10-12T13:50:28.621" v="5999" actId="1076"/>
          <ac:picMkLst>
            <pc:docMk/>
            <pc:sldMk cId="993062561" sldId="380"/>
            <ac:picMk id="6" creationId="{43BD0B41-3929-0C59-F211-AF38FDDBAA0E}"/>
          </ac:picMkLst>
        </pc:picChg>
      </pc:sldChg>
      <pc:sldChg chg="addSp delSp modSp add mod">
        <pc:chgData name="Ricardo Fernandes" userId="cf37fd8b0d3c9e95" providerId="LiveId" clId="{A4F44D94-3E07-43B7-B685-2636B760A42E}" dt="2025-10-12T13:51:42.622" v="6104" actId="20577"/>
        <pc:sldMkLst>
          <pc:docMk/>
          <pc:sldMk cId="1762881727" sldId="381"/>
        </pc:sldMkLst>
        <pc:spChg chg="mod">
          <ac:chgData name="Ricardo Fernandes" userId="cf37fd8b0d3c9e95" providerId="LiveId" clId="{A4F44D94-3E07-43B7-B685-2636B760A42E}" dt="2025-10-12T13:51:17.365" v="6071" actId="20577"/>
          <ac:spMkLst>
            <pc:docMk/>
            <pc:sldMk cId="1762881727" sldId="381"/>
            <ac:spMk id="19" creationId="{FDE7503B-2C6B-3682-A161-C893AFEF1F9F}"/>
          </ac:spMkLst>
        </pc:spChg>
        <pc:spChg chg="mod">
          <ac:chgData name="Ricardo Fernandes" userId="cf37fd8b0d3c9e95" providerId="LiveId" clId="{A4F44D94-3E07-43B7-B685-2636B760A42E}" dt="2025-10-12T13:51:42.622" v="6104" actId="20577"/>
          <ac:spMkLst>
            <pc:docMk/>
            <pc:sldMk cId="1762881727" sldId="381"/>
            <ac:spMk id="9229" creationId="{4FC8F36F-37E1-4D29-A278-0448F7EE6851}"/>
          </ac:spMkLst>
        </pc:spChg>
        <pc:picChg chg="del">
          <ac:chgData name="Ricardo Fernandes" userId="cf37fd8b0d3c9e95" providerId="LiveId" clId="{A4F44D94-3E07-43B7-B685-2636B760A42E}" dt="2025-10-12T13:50:54.334" v="6001" actId="478"/>
          <ac:picMkLst>
            <pc:docMk/>
            <pc:sldMk cId="1762881727" sldId="381"/>
            <ac:picMk id="6" creationId="{ADEC758D-BEEC-6F7A-386E-954995FFDDE7}"/>
          </ac:picMkLst>
        </pc:picChg>
        <pc:picChg chg="add mod">
          <ac:chgData name="Ricardo Fernandes" userId="cf37fd8b0d3c9e95" providerId="LiveId" clId="{A4F44D94-3E07-43B7-B685-2636B760A42E}" dt="2025-10-12T13:50:57.829" v="6004" actId="1076"/>
          <ac:picMkLst>
            <pc:docMk/>
            <pc:sldMk cId="1762881727" sldId="381"/>
            <ac:picMk id="10" creationId="{09786610-F793-6CCE-075C-0CFEF4CD4D7A}"/>
          </ac:picMkLst>
        </pc:picChg>
      </pc:sldChg>
      <pc:sldChg chg="addSp delSp modSp add mod">
        <pc:chgData name="Ricardo Fernandes" userId="cf37fd8b0d3c9e95" providerId="LiveId" clId="{A4F44D94-3E07-43B7-B685-2636B760A42E}" dt="2025-10-12T13:52:12.897" v="6179" actId="20577"/>
        <pc:sldMkLst>
          <pc:docMk/>
          <pc:sldMk cId="1521841324" sldId="382"/>
        </pc:sldMkLst>
        <pc:spChg chg="mod">
          <ac:chgData name="Ricardo Fernandes" userId="cf37fd8b0d3c9e95" providerId="LiveId" clId="{A4F44D94-3E07-43B7-B685-2636B760A42E}" dt="2025-10-12T13:52:12.897" v="6179" actId="20577"/>
          <ac:spMkLst>
            <pc:docMk/>
            <pc:sldMk cId="1521841324" sldId="382"/>
            <ac:spMk id="19" creationId="{DA6DE4A7-C02E-208B-ADE7-E4B590648008}"/>
          </ac:spMkLst>
        </pc:spChg>
        <pc:picChg chg="add mod">
          <ac:chgData name="Ricardo Fernandes" userId="cf37fd8b0d3c9e95" providerId="LiveId" clId="{A4F44D94-3E07-43B7-B685-2636B760A42E}" dt="2025-10-12T13:51:54.020" v="6109" actId="1076"/>
          <ac:picMkLst>
            <pc:docMk/>
            <pc:sldMk cId="1521841324" sldId="382"/>
            <ac:picMk id="6" creationId="{2E2F35D8-FADA-9917-E9F2-49373DB1F8D3}"/>
          </ac:picMkLst>
        </pc:picChg>
        <pc:picChg chg="del">
          <ac:chgData name="Ricardo Fernandes" userId="cf37fd8b0d3c9e95" providerId="LiveId" clId="{A4F44D94-3E07-43B7-B685-2636B760A42E}" dt="2025-10-12T13:51:46.204" v="6106" actId="478"/>
          <ac:picMkLst>
            <pc:docMk/>
            <pc:sldMk cId="1521841324" sldId="382"/>
            <ac:picMk id="10" creationId="{A9321E71-0B37-70A0-6F63-097E2F8B183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12/10/2025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12/10/2025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5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12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CA3F-1474-FEFE-516D-BBB413BE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D3CB4A1-8E1E-C4CA-2981-CDF1AB688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FF09B80-DCF5-006F-7EEE-6D7E39EFF2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461FB6D-DCB7-49DC-9777-E600322C7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684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B96D-6818-3BBA-3D2E-2673AD71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F7EBDDB-19FE-AE94-7D87-8A285591F9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F283AA9-4540-9F1C-A316-E22FDA8730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CCD9C89-C19A-5444-EBC9-A7242589F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11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A307-CB2A-3F8A-DDC3-149643AC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0D0CD91-1172-AE51-D981-C6181273F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F1A188D-70EB-4D14-6D02-A24E0D1434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D54CD6B-3107-6FFD-A4C8-E0413F77F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37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23B7-E286-BE46-B4F7-DE9E8B4E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2CF79B3-88E6-1CCE-3EE6-56547827A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19E84D8-7B15-DA4C-F0C8-07ACB1D35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677C200-3D4A-B957-497D-EE398BF05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404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31E6-4DD0-97DD-D30D-4BE4202E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84B2694-C03E-4930-6A57-2B47BA5B05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8832E47-3AF1-5BA7-0755-0BCBAB8970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CE74E6F-8CCA-DA06-ED16-111BFB4C6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03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8D5A6-217D-05CF-5883-E0071249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EF17EE4-8127-A4EA-D0E6-C7BFE601B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D5D6130-27F7-D9EE-0FB2-5B715E337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67239E0-81DF-731A-82AA-39361A1F9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8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F9A8-A8AF-0DDB-9F94-BCA31B3A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68C31B2-1DAD-833B-4C1C-14A10D33A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927A9A3-CA76-BEDD-4CF9-D67A09601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1CD0B41-B9A7-DE0B-073C-11820A2ED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018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3D83-654C-8355-4838-87AC57DA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787F2AF-7DF8-E450-39EB-FDB285713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529620D-E5C2-2073-0A68-88C485BEB4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E8A9663-4CF4-AAD9-912A-29D2BBA1F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02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0604-EAE1-9BE0-5030-61FEC120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CFFE349-7A7C-C676-ECAF-D50491886C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91ED5D2-F1B0-B76D-9802-1FE2466378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B3E678-D106-D238-4903-199D48EEF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24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1F11-F3AF-098F-16D0-CD129E82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DECEAAB-8B83-37F1-10D9-74250B5759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34BB8DD-60E5-DB09-5221-1D6D0D8BC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309CA3C-A896-9F04-7DB2-8FECF35E8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158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BDAE-532C-16A0-D37D-D5EC3013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FB7EF82-BC2A-C892-ED92-E688C731A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F89A53-D36B-5300-E3CA-1B5DC84C3B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80BFFD-261F-2331-C4D7-216CDB3D1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442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C7F2-BCD5-E0FA-8114-F8C49DFA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2393C7C-60C2-79FD-B644-03CD3732EE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E16D714-F76A-AD87-79E0-8240E92B7A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EA5985E-3E3B-A7BB-DBB4-A476E5A90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73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70ABE-875C-AD2F-0F5D-745365F2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D1FC233-3DF9-2EED-1BC1-72E9178B2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0F166FB-0398-4A69-7CD1-61ECEEFFA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E0D38BF-50F0-A8E3-93F6-DE28440D4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15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409A9-815C-12C6-92CC-C54FB6CD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6B96B7-14B0-A243-F7B8-FD1D730A51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BB8590E-4F7F-8CED-DEAD-C1549F5E9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6EA2571-532F-00AC-7DE5-8FDEB4BCB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996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35CA-6C00-E0A3-452B-82F591AB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5E44C62-3654-06EF-D6AD-69C0E709C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1F051D-98B5-EA4D-F379-13D81FDAB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17FB317-BCF6-A682-E853-78128FD33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985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068A-D1D0-182E-5AA1-1767F430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093821B-641A-1C35-D909-1C3EEC708E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7EE39C5-2DED-0F58-788A-AF2FF1B57B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60DBA41-D9CC-2B60-58B4-55D8921AF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533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234C-69E5-4257-E90B-54E4AFFA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F554E02-76F1-D70D-C6CA-54E10E7D8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A2022FB-FC89-86B1-60F5-92958DAE6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204E6A8-B23C-50FD-9BA6-61A9483CD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594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ECBE-0A26-0A81-E605-640A8991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BE1FE2C-702C-4EFD-A805-B217ADC54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72209CD-6B4C-E988-6E4C-A7A4382C5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84CAD6E-EEC0-B9D4-F1D8-9056088AC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76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FDC5-5C8F-D539-58D8-67041E36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8852E09-DE0C-EF13-DAEE-4F5A941073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1BFA93B-9754-DA8E-DA0B-9E0D821BC3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CD0D416-3BF6-B2F7-35B3-14EE6D9B6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70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B99E-B635-D380-654D-4654FF58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D3A840E-953B-0166-4390-CCD1BAB7C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913DBB8-FF25-B5DB-611F-36C5E1D25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531759-1C0C-F040-BB14-2723E3086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35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580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5259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idealista.p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hyperlink" Target="https://www.idealista.pt/apoioutilizador/artigos/aviso-legal-e-condicoes-gerai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geeksforgeeks.org/mongodb/what-is-mongodb-working-and-features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gist.github.com/jxub/f722e0856ed461bf711684b0960c8458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idealista.pt/" TargetMode="External"/><Relationship Id="rId7" Type="http://schemas.openxmlformats.org/officeDocument/2006/relationships/hyperlink" Target="https://gist.github.com/jxub/f722e0856ed461bf711684b0960c845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mongodb/what-is-mongodb-working-and-features/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www.mongodb.com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www.idealista.pt/apoioutilizador/artigos/aviso-legal-e-condicoes-gerais/" TargetMode="External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92923" y="3760062"/>
            <a:ext cx="5143500" cy="404742"/>
          </a:xfrm>
        </p:spPr>
        <p:txBody>
          <a:bodyPr>
            <a:noAutofit/>
          </a:bodyPr>
          <a:lstStyle/>
          <a:p>
            <a:r>
              <a:rPr lang="pt-PT" sz="2500" b="1" dirty="0">
                <a:solidFill>
                  <a:schemeClr val="bg1"/>
                </a:solidFill>
              </a:rPr>
              <a:t>Tarefa 7 – Extração de dados de Imóveis Idealista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Arial" pitchFamily="34" charset="0"/>
                <a:cs typeface="Arial" pitchFamily="34" charset="0"/>
              </a:rPr>
              <a:t>1.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2.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Idealista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3.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Código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Resultado CSV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MongoDB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6. Integração com Base de Dados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7. Conclusão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8. Bibliografia / Referências</a:t>
            </a:r>
            <a:endParaRPr lang="pt-PT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B421312E-9868-114E-A3C9-FCFB7334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95" y="0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Aplicar métodos de extração de dados para recolher informação do website Idealista.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Armazenar dados em um ficheiro 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Integração dos dados extraídos em uma base de dados </a:t>
            </a:r>
            <a:r>
              <a:rPr lang="pt-PT" sz="2000" dirty="0" err="1"/>
              <a:t>NoSQL</a:t>
            </a:r>
            <a:r>
              <a:rPr lang="pt-PT" sz="2000" dirty="0"/>
              <a:t>(</a:t>
            </a:r>
            <a:r>
              <a:rPr lang="pt-PT" sz="2000" dirty="0" err="1"/>
              <a:t>MongoDB</a:t>
            </a:r>
            <a:r>
              <a:rPr lang="pt-PT" sz="2000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6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Idealista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website escolhido pelo grupo para extração de dados foi o Idealista, uma das maiores plataformas para consultar anúncios imobiliários em Portugal.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F11117-4829-A658-2D33-DF5357469244}"/>
              </a:ext>
            </a:extLst>
          </p:cNvPr>
          <p:cNvSpPr txBox="1"/>
          <p:nvPr/>
        </p:nvSpPr>
        <p:spPr>
          <a:xfrm>
            <a:off x="124671" y="6096688"/>
            <a:ext cx="292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Fonte: </a:t>
            </a:r>
            <a:r>
              <a:rPr lang="pt-PT" sz="1600" dirty="0">
                <a:hlinkClick r:id="rId7"/>
              </a:rPr>
              <a:t>https://www.idealista.pt/</a:t>
            </a:r>
            <a:r>
              <a:rPr lang="pt-PT" sz="1600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117118-6D52-C112-5992-5A6324D41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43" y="2198838"/>
            <a:ext cx="7374556" cy="366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9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7323-5B11-07E9-F0EA-9C054B40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AF6C446-9774-AD32-CDAF-D30D3E0DB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00ACDD8-0FE2-120E-2D69-867E5341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C46C604-B6AF-6125-EC3A-E594639B7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Idealista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ToS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DAE62A0-E996-FDF7-1A87-3BBEF17A1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C34261E-24F5-7243-A6C0-1C0AAE74099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idealista possui indicações especificas nos seus termos de serviço relativamente a sobrecarregar o sistema com pedidos e especificamente sobre uso de métodos de </a:t>
            </a:r>
            <a:r>
              <a:rPr lang="pt-PT" sz="2000" dirty="0" err="1"/>
              <a:t>scraping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8DA9F9-C410-4384-A92A-DB1BF41B5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B8BCC3-BF82-0E88-D9E0-F38AD6E7E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F44761C-B3FF-572A-5FF5-215A0751CC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C773A43-47BC-4429-B638-51F87B2D638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3EBF77-95DF-E1EF-DC27-891D4200F7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A68F21A-228C-EBB6-BB85-616058B43A0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06023BC-F8C9-C4EE-06BF-E8F744A1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D3F7EBB-F14D-C644-3C70-0309C702C195}"/>
              </a:ext>
            </a:extLst>
          </p:cNvPr>
          <p:cNvSpPr txBox="1"/>
          <p:nvPr/>
        </p:nvSpPr>
        <p:spPr>
          <a:xfrm>
            <a:off x="124671" y="6096688"/>
            <a:ext cx="5639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Fonte: </a:t>
            </a:r>
            <a:r>
              <a:rPr lang="pt-PT" sz="1200" dirty="0">
                <a:hlinkClick r:id="rId7"/>
              </a:rPr>
              <a:t>https://www.idealista.pt/apoioutilizador/artigos/aviso-legal-e-condicoes-gerais/</a:t>
            </a:r>
            <a:r>
              <a:rPr lang="pt-PT" sz="1200" u="sng" dirty="0"/>
              <a:t> </a:t>
            </a:r>
            <a:endParaRPr lang="pt-PT" sz="12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368331F-05CD-9738-F484-655DC1D7E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84" y="2592552"/>
            <a:ext cx="7487695" cy="109552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5C928F7-252D-9A26-4A43-D51AC45C0C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366" y="2361795"/>
            <a:ext cx="4610743" cy="25721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0E0B030-AC7A-E39A-D779-3B30F8DF49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014" y="3918837"/>
            <a:ext cx="7516274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7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A436-C889-06A5-ACD1-8905D8DB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0C2B7C5-8F17-2FD2-A1DB-85363FBE4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3567D21-8B66-2E4B-ADD8-FCCE5BF9F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00954EA-EB88-77D6-B334-F53FC0B61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Idealista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00F59B7-DE34-9E7E-4CB5-5B76C60A7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00BB51F-549F-486D-A7D5-47B4BB0B58B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9DDCCF-A3BF-4470-C101-D3E3B46B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8BAE8A-4130-590A-241A-BF910595E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7512395-12CE-B070-22E1-AB38AD1630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84D7D89-55D7-AA3D-5634-1AC2A15C148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3867C1-C83A-64F6-8E02-F7195C1E748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B911ADB-A299-D129-BB7D-55595857E5C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F99EAF57-ADFF-5B05-5165-050EEA86C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5" name="Imagem 14" descr="Uma imagem com texto, eletrónica, captura de ecrã, Website&#10;&#10;Os conteúdos gerados por IA podem estar incorretos.">
            <a:extLst>
              <a:ext uri="{FF2B5EF4-FFF2-40B4-BE49-F238E27FC236}">
                <a16:creationId xmlns:a16="http://schemas.microsoft.com/office/drawing/2014/main" id="{A0A964C1-D71F-98B2-55E7-03BF16F2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781" y="1371527"/>
            <a:ext cx="5715000" cy="3897196"/>
          </a:xfrm>
          <a:prstGeom prst="rect">
            <a:avLst/>
          </a:prstGeom>
        </p:spPr>
      </p:pic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B0E01CE7-3D86-FE8B-04E1-0D0013D5D28E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Em caso de atividade suspeita como pedidos demasiado rápidos é apresentada esta página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415958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DBA81-8FCF-30A7-62FC-BBD56063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95CCAC5-974C-ACD3-0457-579F60410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8C202B8-C44B-F312-F822-D8C80BD62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57DB345-5B3A-A599-B65C-DD04484C2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1E1C0FD-F0DB-6B68-E2E8-78FA8B607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62F3F2D-DE45-F15E-D946-550EA833ADC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BB0CFE-AA6B-E7B0-A964-CEE4EE7F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257959-6F62-8BD1-0F21-EFF6A627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1D0FC00-A978-077F-5342-827FFE48F5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4488D78-8680-0000-664A-70D78FA3E9D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181507-4DC9-E5BD-1AA2-6C4C093ECD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FBC3253-DC10-11B6-E6E9-24B7D15E993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6538BAA0-652B-B288-F9E6-523DA1407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09FDA39F-D155-A7DB-CE73-915E88FA3D3B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Para evitar a deteção por parte do </a:t>
            </a:r>
            <a:r>
              <a:rPr lang="pt-PT" sz="2000" dirty="0" err="1"/>
              <a:t>Cloudfare</a:t>
            </a:r>
            <a:r>
              <a:rPr lang="pt-PT" sz="2000" dirty="0"/>
              <a:t> do idealista é utilizada a biblioteca </a:t>
            </a:r>
            <a:r>
              <a:rPr lang="pt-PT" sz="2000" b="1" dirty="0" err="1"/>
              <a:t>undetected_chromedriver</a:t>
            </a:r>
            <a:r>
              <a:rPr lang="pt-PT" sz="2000" dirty="0"/>
              <a:t>. Esta biblioteca é baseada na biblioteca </a:t>
            </a:r>
            <a:r>
              <a:rPr lang="pt-PT" sz="2000" b="1" dirty="0" err="1"/>
              <a:t>Selenium</a:t>
            </a:r>
            <a:r>
              <a:rPr lang="pt-PT" sz="2000" dirty="0"/>
              <a:t> no </a:t>
            </a:r>
            <a:r>
              <a:rPr lang="pt-PT" sz="2000" dirty="0" err="1"/>
              <a:t>entando</a:t>
            </a:r>
            <a:r>
              <a:rPr lang="pt-PT" sz="2000" dirty="0"/>
              <a:t> é feita de modo a evitar que os websites detetem que o browser está a ser usado para automação.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Variáveis globais para facilitar atualizar dados. A extração será feita apenas no distrito de Viana e nas primeiras 5 páginas para evitar muitos pedidos de acordo com os </a:t>
            </a:r>
            <a:r>
              <a:rPr lang="pt-PT" sz="2000" dirty="0" err="1"/>
              <a:t>ToS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CC2200-1A22-58AD-719D-4A80BF186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186" y="1295604"/>
            <a:ext cx="5401429" cy="168616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4E7F5F3-200B-F314-7A79-F334C1B9D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495800"/>
            <a:ext cx="6611273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3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A40F-85EF-DBA7-4D50-7C6DEF5E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407AC4D-B885-A0C8-1802-558F571C6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957AF73-4422-7516-A06C-EDF33C08A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8E22B45-1144-A2C5-E441-5F7A7D608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6353911-746F-51E8-E323-45FC0946D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C86EE5F-AEC1-2F0E-A1A9-51447576467A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8025FF-AD14-AE0E-BF0D-B78E9FC3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E92058-8BE7-9CB5-EC22-F69C034A3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13AC809-8534-5548-6D20-B19929098B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27D9DC4-949C-7E92-9A13-BB3119AA257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7E6F99-2D9A-87A4-446B-3C4BCFC04C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648115E-AC71-61E8-DE1C-6D3C562F02B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7868BAA6-0B07-1D0C-2F3B-BB69BEC5B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AF1028F2-4333-636C-740E-951243C12BFA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Função auxiliar para controlar o URL atual. Mantém o URL original para a primeira página e altera dinamicamente para as restantes, respeitando a </a:t>
            </a:r>
            <a:r>
              <a:rPr lang="pt-PT" sz="2000" dirty="0" err="1"/>
              <a:t>sintax</a:t>
            </a:r>
            <a:r>
              <a:rPr lang="pt-PT" sz="2000" dirty="0"/>
              <a:t> do website.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5A6E001-F856-7799-0701-696DFA192B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3396" y="1606987"/>
            <a:ext cx="4829849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FB79-E34E-51CE-3394-565A51C5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ED16C55-9C95-B3A5-AF65-D390199F5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98BB74D-5AC0-ED4E-764D-BFAA00317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1A05438-2C99-6638-830D-40FB8C0C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421B74C-F74A-E11A-C04E-5A62CF7AD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B41A3EB-280D-9534-2946-5D839DE05AD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A86858-3A88-F5C7-B14C-F1DC6417C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D5E57A0-7EDC-E23B-E3D6-972ED15EE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BD8799C-61AF-3FA4-D579-40134FAB7A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25CF0E7-D3D9-0634-28EF-C4E0694EDE8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8C3869-588D-DF66-F998-448D06B74B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D725350-2F52-BC0E-A3C2-B7A111E7DFE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986EFF1-536E-CF32-D806-8892A0A97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CA3FA0F9-40D1-F7F5-3378-FC112DF12FBC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b="1" dirty="0" err="1"/>
              <a:t>get_houses</a:t>
            </a:r>
            <a:r>
              <a:rPr lang="pt-PT" sz="2000" b="1" dirty="0"/>
              <a:t> </a:t>
            </a:r>
            <a:r>
              <a:rPr lang="pt-PT" sz="2000" dirty="0"/>
              <a:t>é responsável por controlar as configurações do browser durante a automação e retorna a lista </a:t>
            </a:r>
            <a:r>
              <a:rPr lang="pt-PT" sz="2000" b="1" dirty="0" err="1"/>
              <a:t>all_houses</a:t>
            </a:r>
            <a:r>
              <a:rPr lang="pt-PT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variável </a:t>
            </a:r>
            <a:r>
              <a:rPr lang="pt-PT" sz="2000" b="1" dirty="0" err="1"/>
              <a:t>cookies_accepted</a:t>
            </a:r>
            <a:r>
              <a:rPr lang="pt-PT" sz="2000" dirty="0"/>
              <a:t> é utilizada para aceitar os cookies quando a página é carregada inicialmente.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641D8B-7530-E138-F81D-507C642EA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524" y="1129926"/>
            <a:ext cx="4619752" cy="383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4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30F16-6A05-ED4A-1145-961EF574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526B659-59E8-58A7-FB51-416635E1E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6089751-2113-2FD8-9BA7-39BE2C7C5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73BA3F1-F90A-828D-FE1B-07CAA9EB4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5F1AA56-D522-8C42-B810-D3B9B54D2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A43C966-4657-F592-BC5E-370F5E1B5B6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BA73CFB-44E2-D4E2-E031-EFFBAAE7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018D1C9-CCB8-F149-EA01-85850FDD0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1F50D2-9026-3AD6-30A4-76FCEA91E1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7BE4135-0E45-90A6-C482-9D53577C72C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265925-F039-AFC3-BCA2-73091ED37D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2D93530-DD55-EC69-02D3-3E834B4DB02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A3CBF2EB-A9E9-29F3-9986-B5EA3CB6B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D8E12DD2-D9FB-D4A9-F6F1-A943DCC0DC50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Automatizar o </a:t>
            </a:r>
            <a:r>
              <a:rPr lang="pt-PT" sz="2000" dirty="0" err="1"/>
              <a:t>scroll</a:t>
            </a:r>
            <a:r>
              <a:rPr lang="pt-PT" sz="2000" dirty="0"/>
              <a:t> com intervalos aleatórios de modo a simular um utilizador real.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Uso de </a:t>
            </a:r>
            <a:r>
              <a:rPr lang="pt-PT" sz="2000" b="1" dirty="0" err="1"/>
              <a:t>time.sleep</a:t>
            </a:r>
            <a:r>
              <a:rPr lang="pt-PT" sz="2000" dirty="0"/>
              <a:t> caso apareça algum </a:t>
            </a:r>
            <a:r>
              <a:rPr lang="pt-PT" sz="2000" dirty="0" err="1"/>
              <a:t>captcha</a:t>
            </a:r>
            <a:r>
              <a:rPr lang="pt-PT" sz="2000" dirty="0"/>
              <a:t> que precise de ser validado.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D51689A-9D5A-6041-99C0-B331B0034E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2914" y="1103832"/>
            <a:ext cx="6498171" cy="390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4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D4CBB-D505-FD42-1596-C1023A0A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B8B546A-5CA6-0CA2-D43D-63C4A5AE9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60CBC65-B78C-4100-4A92-812C9239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1094D98-1697-D9CA-183E-D3CC28EC5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EE48789-8CBA-F835-B29E-EBC7CA1C6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FFC36EB-77C5-857A-611F-776640726F6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Extrai o html retornado e valida se existe informação.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É declarada uma nova lista para armazenar os imoveis da página atual.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85339A-79B2-72BF-F164-E7B7AEF14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5127A36-53C6-83B1-E250-F2779A84F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EE0B30E-C3BE-0620-E4FE-2A05110214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069481E-B78D-990F-D2A2-108EA8553E2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B6B5FA7-A37D-7724-CFA5-7F35EBF761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294C02A-4DA4-A06A-5CB6-D95368EDB68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E9C52CA-3D5A-D6C5-F8E2-CAD08C672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40B5EA2F-601E-6E08-54B7-44DC77DB9BD4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674BEC-B470-8602-F432-C0D2C60FA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9338" y="1567438"/>
            <a:ext cx="5725324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5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2185-1488-5990-3991-72B3749C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FCFACCD-7EA5-C9AF-574A-4294DCAE9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A04D0FD-4EDC-F577-FE71-056E139E8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9ED6489-4072-A142-2270-F10ECD860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23B7D6D-3B56-B466-1DDF-B3314604C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147FF9E-9A99-6E2E-B707-04BDD112E21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Percorre o html armazenado na variável </a:t>
            </a:r>
            <a:r>
              <a:rPr lang="pt-PT" sz="2000" dirty="0" err="1"/>
              <a:t>soup</a:t>
            </a:r>
            <a:r>
              <a:rPr lang="pt-PT" sz="2000" dirty="0"/>
              <a:t>, e para cada elemento com a </a:t>
            </a:r>
            <a:r>
              <a:rPr lang="pt-PT" sz="2000" dirty="0" err="1"/>
              <a:t>tag</a:t>
            </a:r>
            <a:r>
              <a:rPr lang="pt-PT" sz="2000" dirty="0"/>
              <a:t> </a:t>
            </a:r>
            <a:r>
              <a:rPr lang="pt-PT" sz="2000" b="1" dirty="0" err="1"/>
              <a:t>article</a:t>
            </a:r>
            <a:r>
              <a:rPr lang="pt-PT" sz="2000" dirty="0"/>
              <a:t>, cada imóvel, itera sobre a sua informação e extrai o pretendido.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63955C-AFE9-E4AA-D32F-AB97A8D99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7763C2E-831A-0191-4BC3-4B5334471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A6CFF37-5109-AD89-2A8F-5E7AFA0220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CA3E353-B1E1-B1B5-EB83-C16CA0EE5D5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FA40CE-DDEC-377A-D49A-59B9AE3277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6FD28D6-FE9B-63B0-14F5-A2E30003AD9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2511B27-9A1F-DFE4-21D6-9B0DF11E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81F1A76E-49D2-0A72-61DB-4F79CD43A868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414D960-CFF0-C99C-A759-BFBF3F121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7501" y="1979745"/>
            <a:ext cx="620164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1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74027-7B33-0DCD-6109-DD5A47696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0492816-0A92-A94D-4648-B67DE6EF1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5F88D73-581B-AC77-ADA3-6C9908A02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2D693F7-B4E7-E0CF-54D9-83E5B712B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6DC5431-56FB-46E0-20EC-6C9BE56E4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CFB8383B-18B1-E5E3-7247-4818E70F0DD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Como a área do imóvel e a tipologia se encontram na mesma classe é preciso aceder ao índice correto. O índice ‘0’ corresponde à tipologia e o índice ‘1’ corresponde à área. É ainda necessário utilizar um </a:t>
            </a:r>
            <a:r>
              <a:rPr lang="pt-PT" sz="2000" dirty="0" err="1"/>
              <a:t>regex</a:t>
            </a:r>
            <a:r>
              <a:rPr lang="pt-PT" sz="2000" dirty="0"/>
              <a:t> para filtrar a área do imóvel mantendo apenas o valor em vez de “</a:t>
            </a:r>
            <a:r>
              <a:rPr lang="pt-PT" dirty="0"/>
              <a:t>XX m² área bruta”.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1934A1-6373-9BDB-264F-B514BE053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8E926A-2F84-216F-A2BE-E8B2C8BFA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8657C76-05A2-3752-3D89-D4D804AFDC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8EC807F-8988-86DF-9B34-C1E1903E2EA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19CF5C-A562-6B8F-F15D-C02BB87CE4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C918088-6965-839E-E56B-0D0E8A517CC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72A27A8-80D2-CD47-7431-C89516382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FAC0B278-877D-50A4-4473-6CF79FF00402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033D3B6-8C37-B1CC-4338-99EE092C3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57" y="1676400"/>
            <a:ext cx="8440328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61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AF45-0549-91E2-8E52-773421A1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C17B822-11E2-3460-DDA9-A99021B70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C097D70-2A73-6689-B3A8-D7EA2857D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A76DBE3-E510-C921-F886-DC65712D1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D4BE351-94A7-9606-EBC0-E6FFAC882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14B6796-0AA7-3293-682B-78DBCD5A4E3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É validada a existência de um titulo e preço associado ao imóvel podendo a restante informação ser opcional e armazenada na lista de imoveis correspondente à pagina atual.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localização do imóvel é extraída diretamente do titulo fazendo o </a:t>
            </a:r>
            <a:r>
              <a:rPr lang="pt-PT" sz="2000" dirty="0" err="1"/>
              <a:t>split</a:t>
            </a:r>
            <a:r>
              <a:rPr lang="pt-PT" sz="2000" dirty="0"/>
              <a:t> na ‘ , ’ e dividindo o índice ‘0’ para o titulo e o índice ‘1’ para a localização.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573B38-66D5-DCB0-294C-A92A5593B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3B418D-72B5-661C-45A7-2956A885E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6F3FF32-7CD0-F871-D541-4EF1D9D30F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555EAEA-1D5E-213A-7A75-DA163ED2FB3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58A623-6238-F144-DD0C-482795D7DC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12AEBEB-D71C-FDAA-C0DB-4C2DBF2349D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779785F-C1DC-E074-03EF-7D02CE660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E554C06-8933-A09D-0383-16D3A0D1B5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17" y="1179362"/>
            <a:ext cx="7363853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0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68AD4-7F68-B574-53EF-D58DD2D7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D2E1A2C-5353-6680-3A9C-5F635D868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05075B4-57C9-5D96-DEEF-34B3E6BC9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AA0559B-2ED2-5DFC-62F0-94F87CE72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9A64AFC-A797-85C3-C08F-CDBC6111C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8795036-2AB0-162A-B9C4-4346275F610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Adiciona a informação à lista principal que vai ser retornada pela função </a:t>
            </a:r>
            <a:r>
              <a:rPr lang="pt-PT" sz="2000" b="1" dirty="0" err="1"/>
              <a:t>all_houses</a:t>
            </a:r>
            <a:r>
              <a:rPr lang="pt-PT" sz="2000" dirty="0"/>
              <a:t> e valida se a página atual é a ultima página sobre a qual vai iterar. Caso não se verifique o script aguarda um intervalo de tempo aleatório entre 5 e 15 segundos e segue para a próxima página repetindo o processo.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58E982-AD1C-1EB4-94D7-8E25CA76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7E6B472-4067-AA4C-DC3A-8277231AD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7EE8384-D49A-4F24-6119-9E611965CA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392BF85-0A57-919F-95A7-9A2417FC3E8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845B1E-4962-F032-0C6F-5652E670F4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C127F12-92F9-A30B-9B27-B409CFDFFDE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C2332DA-72AF-E71B-D657-CF46719FD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8F5B423-E324-63CF-3A9C-8BE9B8892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1180318"/>
            <a:ext cx="4086795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2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57F0-B539-CDCF-4B4C-AAA41836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81E4D87-0C32-2646-B8BD-30F248F9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906E1B5-159D-B727-BCBD-439A0BC2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EDCA917-7D5B-CA60-55F4-357A65082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32FD09A-3A36-5D03-4940-242C368E8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17E52D6-77BF-E151-BAE5-5EC93D770A2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Função auxiliar utilizada para detetar a existência de um </a:t>
            </a:r>
            <a:r>
              <a:rPr lang="pt-PT" sz="2000" dirty="0" err="1"/>
              <a:t>captcha</a:t>
            </a:r>
            <a:r>
              <a:rPr lang="pt-PT" sz="2000" dirty="0"/>
              <a:t> na página.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929C78-CDB6-43E1-188A-FD4B24EE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D45E1B-26FD-2EB9-A81B-39FF74E33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A669575-421A-06D2-42B2-A2E07065C2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47E2474-B52A-0429-66C4-99A0C35FE67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12A912-3BCB-57DD-829C-BCB780D146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5669A08-03A6-235A-1F61-1C93F83AFBF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3FCFB003-65C3-3A3A-7744-F29778876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DF117E-4F05-8214-6105-7E6C90BD29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1206366"/>
            <a:ext cx="6591879" cy="307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98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8EA3-D7F3-F7D6-CC08-EE630F82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9E82E48-15DE-2BAE-EAF8-1E9FBA1B7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41349C2-0B9E-CA42-10E9-916704C9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019DC25-7813-23D3-692F-A9BDD3F76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D8C99E2-9A8E-9725-53A4-DE6B393E2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903B53F-090B-A4F4-28C6-F874C3EAC03D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dirty="0" err="1"/>
              <a:t>main</a:t>
            </a:r>
            <a:r>
              <a:rPr lang="pt-PT" sz="2000" dirty="0"/>
              <a:t> controla todo o fluxo do script. A função </a:t>
            </a:r>
            <a:r>
              <a:rPr lang="pt-PT" sz="2000" b="1" dirty="0" err="1"/>
              <a:t>get_houses</a:t>
            </a:r>
            <a:r>
              <a:rPr lang="pt-PT" sz="2000" dirty="0"/>
              <a:t> é invocada e recebe como parâmetros o numero máximo de páginas sobre o qual vai iterar. O resultado é armazenado na variável </a:t>
            </a:r>
            <a:r>
              <a:rPr lang="pt-PT" sz="2000" b="1" dirty="0" err="1"/>
              <a:t>houses</a:t>
            </a:r>
            <a:r>
              <a:rPr lang="pt-PT" sz="2000" dirty="0"/>
              <a:t> e caso o resultado não seja nulo é criado um </a:t>
            </a:r>
            <a:r>
              <a:rPr lang="pt-PT" sz="2000" dirty="0" err="1"/>
              <a:t>dataframe</a:t>
            </a:r>
            <a:r>
              <a:rPr lang="pt-PT" sz="2000" dirty="0"/>
              <a:t> usando o </a:t>
            </a:r>
            <a:r>
              <a:rPr lang="pt-PT" sz="2000" b="1" dirty="0"/>
              <a:t>Pandas</a:t>
            </a:r>
            <a:r>
              <a:rPr lang="pt-PT" sz="2000" dirty="0"/>
              <a:t> e guardado em um ficheiro </a:t>
            </a:r>
            <a:r>
              <a:rPr lang="pt-PT" sz="2000" dirty="0" err="1"/>
              <a:t>csv</a:t>
            </a:r>
            <a:r>
              <a:rPr lang="pt-PT" sz="20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90BB86-A9BD-F9DA-8C62-9F21E3938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13C806E-64CD-3107-F7C7-63826B65B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9C17E40-DCB0-B0F5-517D-AB0A4EA5EE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60EACC5-1737-01F6-3F32-14AE73B1C56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1DD1DC-8CCB-BC22-BA9F-ABA3EF7F88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392A6B6-044A-14CA-4CB7-1E81D36F1CF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7FF8C74-860B-8AC7-6FD6-433786BCF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319B49E-D5DE-4584-A294-257D99562E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049" y="1189596"/>
            <a:ext cx="4534267" cy="335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1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C620-CC01-695E-CBC9-71EBD748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CB46810-2F67-80A2-7755-9DF7A593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C81BFE5-5621-F3F9-D232-66ECE93B2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4DAB7C2-0289-44B1-CAE6-7AFBFEBE6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Resultado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AEB6272-38E9-1E42-6D92-C2921A72F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54C2603-D5B0-B1FD-4C79-ED22CB01F74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Informação armazenada no 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Usando o ficheiro </a:t>
            </a:r>
            <a:r>
              <a:rPr lang="pt-PT" sz="2000" dirty="0" err="1"/>
              <a:t>csv</a:t>
            </a:r>
            <a:r>
              <a:rPr lang="pt-PT" sz="2000" dirty="0"/>
              <a:t> os dados serão integrados na base de dados </a:t>
            </a:r>
            <a:r>
              <a:rPr lang="pt-PT" sz="2000" dirty="0" err="1"/>
              <a:t>MongoDB</a:t>
            </a: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07165C-429E-CC50-A144-8DDB0E24B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CDF77C-BEAD-269C-3844-719E7737B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1DECBA0-E616-88C2-9D12-1E4F6C2BC6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4FC4DF8-9FB8-E984-16C3-3A0A02F27F3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32CEA2-7012-103E-919C-10C908E3EE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433B97B-3BF8-2B55-DF21-704F8A1C3E4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10DF2C53-C66D-153B-E3FA-FEABFF160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8CF77F-CCFE-08DD-75CA-DF300CCD2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921" y="1186222"/>
            <a:ext cx="8686800" cy="351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3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92DE3-E4C9-E8F7-86C1-6CB0AF3A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F413232-4C30-6D3A-C303-9A6BEDA17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21DF017-41D5-7D91-FB5A-FC2D29FB8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369ED00-0CD6-B8BE-FF49-845938546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MongoDB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D83EC5D-C5D3-802E-AA86-A97010AAF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8AA0C48-6B0D-F495-82F2-51F973C0AAC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MongoDB</a:t>
            </a:r>
            <a:r>
              <a:rPr lang="pt-PT" sz="2000" dirty="0"/>
              <a:t> é uma base de dados não relacional que utilizada coleções e documentos para armazenar dados. Uma coleção corresponde a um conjunto de documentos e cada documento com múltiplas combinações chave-&gt;valor.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200" dirty="0"/>
              <a:t>Fonte: </a:t>
            </a:r>
            <a:r>
              <a:rPr lang="pt-PT" sz="1200" dirty="0">
                <a:hlinkClick r:id="rId3"/>
              </a:rPr>
              <a:t>https://www.geeksforgeeks.org/mongodb/what-is-mongodb-working-and-features/</a:t>
            </a:r>
            <a:r>
              <a:rPr lang="pt-PT" sz="12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E02BB97-745C-570E-E0FB-5C78C587A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7F7D87-F925-5787-FEF2-0CF1CAF2F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055B56C-F1DD-AD62-ECC8-17D8AACA0C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D58183B-EA04-1FB5-5340-30C7B9C4F43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2C5AC2-8EE6-B6BA-0D42-098B76E985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DB2D2B7-4DDA-9680-1DC4-3A7BEA6AC17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F2885C55-C58C-4D9F-26CB-A7BD8AE0E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7921CB4-1E6D-2FE3-80C3-F40FD8F10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514600"/>
            <a:ext cx="6753342" cy="322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03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16FE-1648-FFFA-E38A-439E95B7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BA81C7E-4256-7FFF-E478-E99A16CE7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2DD77EC-B934-6049-A0D1-55B2E1ACE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7713969-96A2-0440-CE47-0C609B2D8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Integração com Base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954C166-321C-2D41-479B-31ADD2180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839FEB7-4B5A-2112-B7A7-659A0B5B4EF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200" dirty="0"/>
              <a:t>Fonte: </a:t>
            </a:r>
            <a:r>
              <a:rPr lang="pt-PT" sz="1200" dirty="0">
                <a:hlinkClick r:id="rId3"/>
              </a:rPr>
              <a:t>https://gist.github.com/jxub/f722e0856ed461bf711684b0960c8458</a:t>
            </a:r>
            <a:r>
              <a:rPr lang="pt-PT" sz="1200" dirty="0"/>
              <a:t> 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934DDBE-B588-1CD5-8777-EE35BC947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F374BD-53DB-FE43-B74A-9606897F3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666027B-CE10-83EA-62FF-D63F8BE269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40A3203-8D53-1C16-D048-B2798DFB7FC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E3051F-33ED-446C-2994-F255FBB774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76563B7-E013-FFD6-118D-FC7764BFC19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5C79681D-D1ED-5BB2-9698-3ABADED33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F2E40F8-1EA5-5177-252A-C4EEA0752B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628" y="1199148"/>
            <a:ext cx="5710715" cy="390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3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D6FE-AC70-4E2D-2FA5-110EF6CD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DF75702-F42C-F0FA-3CC9-89512E1C3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389FAA4-9F5A-B5CF-D7BD-1A4A918C9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4D9F797-EF19-430F-6D5B-9C828495B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Integração com Base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6492901-AE36-6B71-CA52-E67BBE68C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38ADB70-7094-11E6-A460-B009A955447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b="1" dirty="0" err="1"/>
              <a:t>mongoimport</a:t>
            </a:r>
            <a:r>
              <a:rPr lang="pt-PT" sz="2000" dirty="0"/>
              <a:t> recebe dinamicamente como parâmetros o </a:t>
            </a:r>
            <a:r>
              <a:rPr lang="pt-PT" sz="2000" dirty="0" err="1"/>
              <a:t>path</a:t>
            </a:r>
            <a:r>
              <a:rPr lang="pt-PT" sz="2000" dirty="0"/>
              <a:t> para o </a:t>
            </a:r>
            <a:r>
              <a:rPr lang="pt-PT" sz="2000" dirty="0" err="1"/>
              <a:t>csv</a:t>
            </a:r>
            <a:r>
              <a:rPr lang="pt-PT" sz="2000" dirty="0"/>
              <a:t> a importar, o nome da base da dados e o nome da coleção na qual os dados vão ser inseridos.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É criada uma ligação ao servidor do </a:t>
            </a:r>
            <a:r>
              <a:rPr lang="pt-PT" sz="2000" dirty="0" err="1"/>
              <a:t>MongoDB</a:t>
            </a:r>
            <a:r>
              <a:rPr lang="pt-PT" sz="2000" dirty="0"/>
              <a:t> através do </a:t>
            </a:r>
            <a:r>
              <a:rPr lang="pt-PT" sz="2000" dirty="0" err="1"/>
              <a:t>ip</a:t>
            </a:r>
            <a:r>
              <a:rPr lang="pt-PT" sz="2000" dirty="0"/>
              <a:t> e numero da porta, selecionada a base da dados com a qual vai interagir e que coleção dessa base de dados. Caso não exista uma coleção é criada.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O ficheiro </a:t>
            </a:r>
            <a:r>
              <a:rPr lang="pt-PT" sz="2000" dirty="0" err="1"/>
              <a:t>csv</a:t>
            </a:r>
            <a:r>
              <a:rPr lang="pt-PT" sz="2000" dirty="0"/>
              <a:t> é lido através do método da biblioteca </a:t>
            </a:r>
            <a:r>
              <a:rPr lang="pt-PT" sz="2000" b="1" dirty="0"/>
              <a:t>Pandas</a:t>
            </a:r>
            <a:r>
              <a:rPr lang="pt-PT" sz="2000" dirty="0"/>
              <a:t> e o </a:t>
            </a:r>
            <a:r>
              <a:rPr lang="pt-PT" sz="2000" dirty="0" err="1"/>
              <a:t>dataframe</a:t>
            </a:r>
            <a:r>
              <a:rPr lang="pt-PT" sz="2000" dirty="0"/>
              <a:t> gerado é convertido para formato JSON.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Caso exista a coleção apaga todos os dados para evitar duplicados e insere todas as linhas do </a:t>
            </a:r>
            <a:r>
              <a:rPr lang="pt-PT" sz="2000" dirty="0" err="1"/>
              <a:t>csv</a:t>
            </a:r>
            <a:r>
              <a:rPr lang="pt-PT" sz="2000" dirty="0"/>
              <a:t> na coleção. Cada linha dá origem a um documento.</a:t>
            </a:r>
          </a:p>
          <a:p>
            <a:endParaRPr lang="pt-PT" sz="2000" dirty="0"/>
          </a:p>
          <a:p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3D4117-D5D5-F463-2F8F-2A7E54BEA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A388D0-CE10-17D4-D2DA-F2DB41108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1B082DB-AD1E-847B-E066-6035DFBA5D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8C699D9-155C-31B5-1E62-CA42A15E11C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127333-670B-210C-E144-E982F8DFE1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C562BF-AAE2-1F46-5AC2-BC5B8DFFBC6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EF54B29-9BEF-0DF0-BCE7-83203FE8C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44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0F8D-08BE-AF58-5A52-D2B99FC0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5A900F8-3775-09C7-2F9E-CAC1BC60F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0740018-698D-D89E-C7E0-0093414A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F3709CE-2C91-D91C-6138-79E7171FD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Integração com Base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C158002-52DA-B36D-4049-00A6425D8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CC19F5C-105D-2EDE-DD3E-A8C73214F30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1903E1-1ABA-D763-1A15-DEBF36D68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C266B8-225C-C39C-45EE-803A3F910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F885D79-6653-8F47-F3C0-C9A87E6EEA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6FF6615-79E5-97FC-B5E8-576FBAEF53B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D682D9-C9A9-1B87-2BC2-E7F0C8748C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C7F705A-324C-6550-204C-365EB7C29C4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10FEB132-6C16-9E7D-5D8D-3655CD916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3BD0B41-3929-0C59-F211-AF38FDDBAA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30" y="1354865"/>
            <a:ext cx="7543800" cy="42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62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E974-94A3-50D8-0D4E-3F37D5F3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1BAED1E-7FD1-246C-E048-F127BD1A5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40DFDA1-5EAB-DD0F-103F-6A2771A4B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FC8F36F-37E1-4D29-A278-0448F7EE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Consultar Base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6DAF616-12F0-73AD-8B6C-ECE72E1B9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DE7503B-2C6B-3682-A161-C893AFEF1F9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Consulta de todos os ‘t2’ presentes apresenta 27 resultados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93C703-07B9-61FD-CD2E-5DAB6AEA7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FAD1E5-B9AF-0510-599A-6B5212A09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1060692-0123-76CE-2411-131FD4F1F1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328BD92-DB86-E535-56CF-EA022D53173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3E2EB9-F6D4-6294-25FD-7A79BC40D4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35CA0C5-5904-DD6D-76DC-732B8529EDE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F5BBE9A8-FC01-7C62-4085-FDDC438D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9786610-F793-6CCE-075C-0CFEF4CD4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49684"/>
            <a:ext cx="8001000" cy="429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81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155C-7C37-C484-77C3-0C147E0E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C7AD7F7-E739-6CB0-604A-D25A46CC4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B372B3B-34FA-CC6E-85FD-C88088BDC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3DC4555-9C54-C308-A2BD-C86F125DC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Consultar Base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78C9DFA-530E-D5E6-C932-71B02CDFAF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A6DE4A7-C02E-208B-ADE7-E4B59064800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pt-PT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19 imóveis localizados em Viana do Castelo e Meadela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20384C-C7E8-1173-99C6-F971309C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ED18A0-3016-0902-A2A8-A633D05D6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0AA6C52-690E-4A86-7F5B-5D82C00E69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E81B62B-ECB8-74DA-3CB2-19B5130A75E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FC888A-4679-B4E8-04C3-A5941F97AB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34C8E3D-90D7-6E0A-2A40-69B973E08D6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5E40A5B-7BAE-AC81-C768-CABBE713B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2F35D8-FADA-9917-E9F2-49373DB1F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21259"/>
            <a:ext cx="7696200" cy="416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41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Este trabalho permitiu testar a extração de informação de websites que possuem métodos para prevenir extração de informação algo que não acontece em websites como o da DGES.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Devido às condicionantes impostas pelo Idealista foi necessário aplicar diferentes técnicas para evitar a deteção e ao mesmo tempo garantir que cumpríamos os termos de serviço definidos pelo Idealista.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-51637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u="sng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06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1">
            <a:extLst>
              <a:ext uri="{FF2B5EF4-FFF2-40B4-BE49-F238E27FC236}">
                <a16:creationId xmlns:a16="http://schemas.microsoft.com/office/drawing/2014/main" id="{B180FD03-E4A8-7DA1-22A9-97D11576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76" y="9186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 7- Extração de dados de Imóveis Idealista</a:t>
            </a:r>
          </a:p>
          <a:p>
            <a:pPr>
              <a:spcBef>
                <a:spcPct val="50000"/>
              </a:spcBef>
              <a:defRPr/>
            </a:pPr>
            <a:endParaRPr lang="pt-PT" sz="1200" b="1" u="sng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8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dirty="0"/>
              <a:t>Idealista: </a:t>
            </a:r>
            <a:r>
              <a:rPr lang="pt-PT" sz="1400" dirty="0">
                <a:hlinkClick r:id="rId3"/>
              </a:rPr>
              <a:t>https://www.idealista.pt/</a:t>
            </a:r>
            <a:r>
              <a:rPr lang="pt-PT" sz="1400" dirty="0"/>
              <a:t> , </a:t>
            </a:r>
            <a:r>
              <a:rPr lang="pt-PT" sz="1400" dirty="0">
                <a:hlinkClick r:id="rId4"/>
              </a:rPr>
              <a:t>https://www.idealista.pt/apoioutilizador/artigos/aviso-legal-e-condicoes-gerais/</a:t>
            </a:r>
            <a:r>
              <a:rPr lang="pt-PT" sz="1400" dirty="0"/>
              <a:t> </a:t>
            </a:r>
          </a:p>
          <a:p>
            <a:r>
              <a:rPr lang="en-US" sz="14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dirty="0" err="1"/>
              <a:t>MongoDB</a:t>
            </a:r>
            <a:r>
              <a:rPr lang="pt-PT" sz="1400" dirty="0"/>
              <a:t>: </a:t>
            </a:r>
            <a:r>
              <a:rPr lang="pt-PT" sz="1400" dirty="0">
                <a:hlinkClick r:id="rId5"/>
              </a:rPr>
              <a:t>https://www.mongodb.com/</a:t>
            </a:r>
            <a:r>
              <a:rPr lang="pt-PT" sz="1400" dirty="0"/>
              <a:t> , </a:t>
            </a:r>
            <a:r>
              <a:rPr lang="pt-PT" sz="1400" dirty="0">
                <a:hlinkClick r:id="rId6"/>
              </a:rPr>
              <a:t>https://www.geeksforgeeks.org/mongodb/what-is-mongodb-working-and-features/</a:t>
            </a:r>
            <a:r>
              <a:rPr lang="pt-PT" sz="1400" dirty="0"/>
              <a:t> </a:t>
            </a:r>
          </a:p>
          <a:p>
            <a:r>
              <a:rPr lang="en-US" sz="14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dirty="0"/>
              <a:t>Exemplo de integração com </a:t>
            </a:r>
            <a:r>
              <a:rPr lang="pt-PT" sz="1400" dirty="0" err="1"/>
              <a:t>MongoDB</a:t>
            </a:r>
            <a:r>
              <a:rPr lang="pt-PT" sz="1400" dirty="0"/>
              <a:t>: </a:t>
            </a:r>
            <a:r>
              <a:rPr lang="pt-PT" sz="1400" dirty="0">
                <a:hlinkClick r:id="rId7"/>
              </a:rPr>
              <a:t>https://gist.github.com/jxub/f722e0856ed461bf711684b0960c8458</a:t>
            </a:r>
            <a:r>
              <a:rPr lang="pt-PT" sz="1400" dirty="0"/>
              <a:t>  </a:t>
            </a:r>
            <a:endParaRPr lang="en-US" sz="1400" dirty="0">
              <a:cs typeface="Arial" panose="020B0604020202020204" pitchFamily="34" charset="0"/>
            </a:endParaRPr>
          </a:p>
          <a:p>
            <a:endParaRPr lang="en-US" sz="1600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en-US" sz="2000" i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26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4218271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4824</TotalTime>
  <Words>2533</Words>
  <Application>Microsoft Office PowerPoint</Application>
  <PresentationFormat>Apresentação no Ecrã (4:3)</PresentationFormat>
  <Paragraphs>655</Paragraphs>
  <Slides>27</Slides>
  <Notes>26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30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233</cp:revision>
  <cp:lastPrinted>2020-09-27T18:04:57Z</cp:lastPrinted>
  <dcterms:created xsi:type="dcterms:W3CDTF">2011-05-31T09:21:51Z</dcterms:created>
  <dcterms:modified xsi:type="dcterms:W3CDTF">2025-10-12T13:58:55Z</dcterms:modified>
</cp:coreProperties>
</file>